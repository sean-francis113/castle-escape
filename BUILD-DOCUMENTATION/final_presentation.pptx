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5143500" cx="9144000"/>
  <p:notesSz cx="6858000" cy="9144000"/>
  <p:embeddedFontLst>
    <p:embeddedFont>
      <p:font typeface="Roboto Slab"/>
      <p:regular r:id="rId14"/>
      <p:bold r:id="rId15"/>
    </p:embeddedFont>
    <p:embeddedFont>
      <p:font typeface="Robot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RobotoSlab-bold.fntdata"/><Relationship Id="rId14" Type="http://schemas.openxmlformats.org/officeDocument/2006/relationships/font" Target="fonts/RobotoSlab-regular.fntdata"/><Relationship Id="rId17" Type="http://schemas.openxmlformats.org/officeDocument/2006/relationships/font" Target="fonts/Roboto-bold.fntdata"/><Relationship Id="rId16" Type="http://schemas.openxmlformats.org/officeDocument/2006/relationships/font" Target="fonts/Roboto-regular.fntdata"/><Relationship Id="rId5" Type="http://schemas.openxmlformats.org/officeDocument/2006/relationships/slide" Target="slides/slide1.xml"/><Relationship Id="rId19" Type="http://schemas.openxmlformats.org/officeDocument/2006/relationships/font" Target="fonts/Roboto-boldItalic.fntdata"/><Relationship Id="rId6" Type="http://schemas.openxmlformats.org/officeDocument/2006/relationships/slide" Target="slides/slide2.xml"/><Relationship Id="rId18" Type="http://schemas.openxmlformats.org/officeDocument/2006/relationships/font" Target="fonts/Roboto-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Shape 3"/>
          <p:cNvSpPr/>
          <p:nvPr>
            <p:ph idx="2" type="sldImg"/>
          </p:nvPr>
        </p:nvSpPr>
        <p:spPr>
          <a:xfrm>
            <a:off x="381300" y="685800"/>
            <a:ext cx="6096075"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4" name="Shape 4"/>
          <p:cNvSpPr txBox="1"/>
          <p:nvPr>
            <p:ph idx="1" type="body"/>
          </p:nvPr>
        </p:nvSpPr>
        <p:spPr>
          <a:xfrm>
            <a:off x="685800" y="4343400"/>
            <a:ext cx="5486400" cy="4114800"/>
          </a:xfrm>
          <a:prstGeom prst="rect">
            <a:avLst/>
          </a:prstGeom>
          <a:noFill/>
          <a:ln>
            <a:noFill/>
          </a:ln>
        </p:spPr>
        <p:txBody>
          <a:bodyPr anchorCtr="0" anchor="t" bIns="91425" lIns="91425" rIns="91425" wrap="square" tIns="91425"/>
          <a:lstStyle>
            <a:lvl1pPr lvl="0">
              <a:spcBef>
                <a:spcPts val="0"/>
              </a:spcBef>
              <a:buSzPts val="1100"/>
              <a:buChar char="●"/>
              <a:defRPr sz="1100"/>
            </a:lvl1pPr>
            <a:lvl2pPr lvl="1">
              <a:spcBef>
                <a:spcPts val="0"/>
              </a:spcBef>
              <a:buSzPts val="1100"/>
              <a:buChar char="○"/>
              <a:defRPr sz="1100"/>
            </a:lvl2pPr>
            <a:lvl3pPr lvl="2">
              <a:spcBef>
                <a:spcPts val="0"/>
              </a:spcBef>
              <a:buSzPts val="1100"/>
              <a:buChar char="■"/>
              <a:defRPr sz="1100"/>
            </a:lvl3pPr>
            <a:lvl4pPr lvl="3">
              <a:spcBef>
                <a:spcPts val="0"/>
              </a:spcBef>
              <a:buSzPts val="1100"/>
              <a:buChar char="●"/>
              <a:defRPr sz="1100"/>
            </a:lvl4pPr>
            <a:lvl5pPr lvl="4">
              <a:spcBef>
                <a:spcPts val="0"/>
              </a:spcBef>
              <a:buSzPts val="1100"/>
              <a:buChar char="○"/>
              <a:defRPr sz="1100"/>
            </a:lvl5pPr>
            <a:lvl6pPr lvl="5">
              <a:spcBef>
                <a:spcPts val="0"/>
              </a:spcBef>
              <a:buSzPts val="1100"/>
              <a:buChar char="■"/>
              <a:defRPr sz="1100"/>
            </a:lvl6pPr>
            <a:lvl7pPr lvl="6">
              <a:spcBef>
                <a:spcPts val="0"/>
              </a:spcBef>
              <a:buSzPts val="1100"/>
              <a:buChar char="●"/>
              <a:defRPr sz="1100"/>
            </a:lvl7pPr>
            <a:lvl8pPr lvl="7">
              <a:spcBef>
                <a:spcPts val="0"/>
              </a:spcBef>
              <a:buSzPts val="1100"/>
              <a:buChar char="○"/>
              <a:defRPr sz="1100"/>
            </a:lvl8pPr>
            <a:lvl9pPr lvl="8">
              <a:spcBef>
                <a:spcPts val="0"/>
              </a:spcBef>
              <a:buSzPts val="1100"/>
              <a:buChar char="■"/>
              <a:defRPr sz="1100"/>
            </a:lvl9pPr>
          </a:lstStyle>
          <a:p/>
        </p:txBody>
      </p:sp>
    </p:spTree>
  </p:cSld>
  <p:clrMap accent1="accent1" accent2="accent2" accent3="accent3" accent4="accent4" accent5="accent5" accent6="accent6" bg1="lt1" bg2="dk2" tx1="dk1" tx2="lt2" folHlink="folHlink" hlink="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9" name="Shape 59"/>
        <p:cNvGrpSpPr/>
        <p:nvPr/>
      </p:nvGrpSpPr>
      <p:grpSpPr>
        <a:xfrm>
          <a:off x="0" y="0"/>
          <a:ext cx="0" cy="0"/>
          <a:chOff x="0" y="0"/>
          <a:chExt cx="0" cy="0"/>
        </a:xfrm>
      </p:grpSpPr>
      <p:sp>
        <p:nvSpPr>
          <p:cNvPr id="60" name="Shape 60"/>
          <p:cNvSpPr/>
          <p:nvPr>
            <p:ph idx="2" type="sldImg"/>
          </p:nvPr>
        </p:nvSpPr>
        <p:spPr>
          <a:xfrm>
            <a:off x="381300" y="685800"/>
            <a:ext cx="6096075" cy="3429000"/>
          </a:xfrm>
          <a:custGeom>
            <a:pathLst>
              <a:path extrusionOk="0" h="120000" w="120000">
                <a:moveTo>
                  <a:pt x="0" y="0"/>
                </a:moveTo>
                <a:lnTo>
                  <a:pt x="120000" y="0"/>
                </a:lnTo>
                <a:lnTo>
                  <a:pt x="120000" y="120000"/>
                </a:lnTo>
                <a:lnTo>
                  <a:pt x="0" y="120000"/>
                </a:lnTo>
                <a:close/>
              </a:path>
            </a:pathLst>
          </a:custGeom>
        </p:spPr>
      </p:sp>
      <p:sp>
        <p:nvSpPr>
          <p:cNvPr id="61" name="Shape 61"/>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indent="0" lvl="0" marL="0">
              <a:spcBef>
                <a:spcPts val="0"/>
              </a:spcBef>
              <a:buNone/>
            </a:pPr>
            <a:r>
              <a:rPr lang="en"/>
              <a:t>*Introduce Selves* And this is our game: Castle Escape.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5" name="Shape 65"/>
        <p:cNvGrpSpPr/>
        <p:nvPr/>
      </p:nvGrpSpPr>
      <p:grpSpPr>
        <a:xfrm>
          <a:off x="0" y="0"/>
          <a:ext cx="0" cy="0"/>
          <a:chOff x="0" y="0"/>
          <a:chExt cx="0" cy="0"/>
        </a:xfrm>
      </p:grpSpPr>
      <p:sp>
        <p:nvSpPr>
          <p:cNvPr id="66" name="Shape 66"/>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67" name="Shape 67"/>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indent="0" lvl="0" marL="0">
              <a:spcBef>
                <a:spcPts val="0"/>
              </a:spcBef>
              <a:buNone/>
            </a:pPr>
            <a:r>
              <a:rPr lang="en"/>
              <a:t>Remember this line? Or the various story themes of “... the princess has been kidnapped and YOU are her only hope!” We’ve seen this cliche many times and, if you’re like us, then you’re sick of it.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2" name="Shape 72"/>
        <p:cNvGrpSpPr/>
        <p:nvPr/>
      </p:nvGrpSpPr>
      <p:grpSpPr>
        <a:xfrm>
          <a:off x="0" y="0"/>
          <a:ext cx="0" cy="0"/>
          <a:chOff x="0" y="0"/>
          <a:chExt cx="0" cy="0"/>
        </a:xfrm>
      </p:grpSpPr>
      <p:sp>
        <p:nvSpPr>
          <p:cNvPr id="73" name="Shape 73"/>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74" name="Shape 74"/>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indent="0" lvl="0" marL="0">
              <a:spcBef>
                <a:spcPts val="0"/>
              </a:spcBef>
              <a:buNone/>
            </a:pPr>
            <a:r>
              <a:rPr lang="en"/>
              <a:t>Thankfully, we took a stand and decided to flip the book on its head. Sure, the princess has been kidnapped, but this time there is no hero to save her. This time, she will save herself.</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9" name="Shape 79"/>
        <p:cNvGrpSpPr/>
        <p:nvPr/>
      </p:nvGrpSpPr>
      <p:grpSpPr>
        <a:xfrm>
          <a:off x="0" y="0"/>
          <a:ext cx="0" cy="0"/>
          <a:chOff x="0" y="0"/>
          <a:chExt cx="0" cy="0"/>
        </a:xfrm>
      </p:grpSpPr>
      <p:sp>
        <p:nvSpPr>
          <p:cNvPr id="80" name="Shape 80"/>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81" name="Shape 81"/>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indent="0" lvl="0" marL="0">
              <a:spcBef>
                <a:spcPts val="0"/>
              </a:spcBef>
              <a:buNone/>
            </a:pPr>
            <a:r>
              <a:rPr lang="en"/>
              <a:t>And here she is, the hero of the tale. Taking her one and only shot for freedom, she killed the monster king and stole his blade. Now, she must descend the castle, fighting off the guards, and escape.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6" name="Shape 86"/>
        <p:cNvGrpSpPr/>
        <p:nvPr/>
      </p:nvGrpSpPr>
      <p:grpSpPr>
        <a:xfrm>
          <a:off x="0" y="0"/>
          <a:ext cx="0" cy="0"/>
          <a:chOff x="0" y="0"/>
          <a:chExt cx="0" cy="0"/>
        </a:xfrm>
      </p:grpSpPr>
      <p:sp>
        <p:nvSpPr>
          <p:cNvPr id="87" name="Shape 87"/>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88" name="Shape 88"/>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indent="0" lvl="0" marL="0">
              <a:spcBef>
                <a:spcPts val="0"/>
              </a:spcBef>
              <a:buNone/>
            </a:pPr>
            <a:r>
              <a:rPr lang="en"/>
              <a:t>These are the four kinds of foes that stand in her way. The shield enemy, who can only be attacked from behind, the ranged enemy who will make sure to keep out of range to attack her, the fighter who only comes in as reinforcements and the Fire Elemental, the second command of the castle and the last line of defense between the princess and her freedom.</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6" name="Shape 96"/>
        <p:cNvGrpSpPr/>
        <p:nvPr/>
      </p:nvGrpSpPr>
      <p:grpSpPr>
        <a:xfrm>
          <a:off x="0" y="0"/>
          <a:ext cx="0" cy="0"/>
          <a:chOff x="0" y="0"/>
          <a:chExt cx="0" cy="0"/>
        </a:xfrm>
      </p:grpSpPr>
      <p:sp>
        <p:nvSpPr>
          <p:cNvPr id="97" name="Shape 97"/>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98" name="Shape 98"/>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indent="0" lvl="0" marL="0">
              <a:spcBef>
                <a:spcPts val="0"/>
              </a:spcBef>
              <a:buNone/>
            </a:pPr>
            <a:r>
              <a:rPr lang="en"/>
              <a:t>Battle your way through the different floors of the castle. Watch your footing in the dinning hall and dont look under the beds in the sleeping chambers. If there is anything that you can learn from these rooms </a:t>
            </a:r>
            <a:r>
              <a:rPr lang="en"/>
              <a:t>it's</a:t>
            </a:r>
            <a:r>
              <a:rPr lang="en"/>
              <a:t> that these baddies are messy and like to drink.</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6" name="Shape 106"/>
        <p:cNvGrpSpPr/>
        <p:nvPr/>
      </p:nvGrpSpPr>
      <p:grpSpPr>
        <a:xfrm>
          <a:off x="0" y="0"/>
          <a:ext cx="0" cy="0"/>
          <a:chOff x="0" y="0"/>
          <a:chExt cx="0" cy="0"/>
        </a:xfrm>
      </p:grpSpPr>
      <p:sp>
        <p:nvSpPr>
          <p:cNvPr id="107" name="Shape 107"/>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08" name="Shape 108"/>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indent="0" lvl="0" marL="0">
              <a:spcBef>
                <a:spcPts val="0"/>
              </a:spcBef>
              <a:buNone/>
            </a:pPr>
            <a:r>
              <a:rPr lang="en"/>
              <a:t>Along with our change of story, we also have a rarely seen mechanic with our timer. This timer does not count down until the Princess is captured again. Instead, it counts down until the full might of the Castle comes barreling down upon the Princess. Each interval spawns an increasing amount of enemies until the timer reaches zero, where a massive amount of enemies spawn at once. The Princess can still kill all the enemies in the room, but it gets harder and harder for her to do so the longer she remains.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0" name="Shape 120"/>
        <p:cNvGrpSpPr/>
        <p:nvPr/>
      </p:nvGrpSpPr>
      <p:grpSpPr>
        <a:xfrm>
          <a:off x="0" y="0"/>
          <a:ext cx="0" cy="0"/>
          <a:chOff x="0" y="0"/>
          <a:chExt cx="0" cy="0"/>
        </a:xfrm>
      </p:grpSpPr>
      <p:sp>
        <p:nvSpPr>
          <p:cNvPr id="121" name="Shape 121"/>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22" name="Shape 122"/>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indent="0" lvl="0" marL="0">
              <a:spcBef>
                <a:spcPts val="0"/>
              </a:spcBef>
              <a:buNone/>
            </a:pPr>
            <a:r>
              <a:rPr lang="en"/>
              <a:t>Of course, we cannot just stand here and show you nothing of the gameplay. So, we have a video of a full run of the game to show and help explain what we have mentioned.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7" name="Shape 127"/>
        <p:cNvGrpSpPr/>
        <p:nvPr/>
      </p:nvGrpSpPr>
      <p:grpSpPr>
        <a:xfrm>
          <a:off x="0" y="0"/>
          <a:ext cx="0" cy="0"/>
          <a:chOff x="0" y="0"/>
          <a:chExt cx="0" cy="0"/>
        </a:xfrm>
      </p:grpSpPr>
      <p:sp>
        <p:nvSpPr>
          <p:cNvPr id="128" name="Shape 128"/>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29" name="Shape 129"/>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indent="0" lvl="0" marL="0">
              <a:spcBef>
                <a:spcPts val="0"/>
              </a:spcBef>
              <a:buNone/>
            </a:pPr>
            <a:r>
              <a:rPr lang="en"/>
              <a:t>Are there any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type="title">
  <p:cSld name="Title slide">
    <p:spTree>
      <p:nvGrpSpPr>
        <p:cNvPr id="9" name="Shape 9"/>
        <p:cNvGrpSpPr/>
        <p:nvPr/>
      </p:nvGrpSpPr>
      <p:grpSpPr>
        <a:xfrm>
          <a:off x="0" y="0"/>
          <a:ext cx="0" cy="0"/>
          <a:chOff x="0" y="0"/>
          <a:chExt cx="0" cy="0"/>
        </a:xfrm>
      </p:grpSpPr>
      <p:sp>
        <p:nvSpPr>
          <p:cNvPr id="10" name="Shape 10"/>
          <p:cNvSpPr/>
          <p:nvPr/>
        </p:nvSpPr>
        <p:spPr>
          <a:xfrm>
            <a:off x="1524800" y="672606"/>
            <a:ext cx="1081625" cy="1124950"/>
          </a:xfrm>
          <a:custGeom>
            <a:pathLst>
              <a:path extrusionOk="0" h="44998" w="43265">
                <a:moveTo>
                  <a:pt x="0" y="44998"/>
                </a:moveTo>
                <a:lnTo>
                  <a:pt x="0" y="0"/>
                </a:lnTo>
                <a:lnTo>
                  <a:pt x="43265" y="0"/>
                </a:lnTo>
              </a:path>
            </a:pathLst>
          </a:custGeom>
          <a:noFill/>
          <a:ln cap="flat" cmpd="sng" w="28575">
            <a:solidFill>
              <a:schemeClr val="accent5"/>
            </a:solidFill>
            <a:prstDash val="solid"/>
            <a:miter lim="8000"/>
            <a:headEnd len="med" w="med" type="none"/>
            <a:tailEnd len="med" w="med" type="none"/>
          </a:ln>
        </p:spPr>
      </p:sp>
      <p:sp>
        <p:nvSpPr>
          <p:cNvPr id="11" name="Shape 11"/>
          <p:cNvSpPr/>
          <p:nvPr/>
        </p:nvSpPr>
        <p:spPr>
          <a:xfrm rot="10800000">
            <a:off x="6537563" y="3342925"/>
            <a:ext cx="1081625" cy="1124950"/>
          </a:xfrm>
          <a:custGeom>
            <a:pathLst>
              <a:path extrusionOk="0" h="44998" w="43265">
                <a:moveTo>
                  <a:pt x="0" y="44998"/>
                </a:moveTo>
                <a:lnTo>
                  <a:pt x="0" y="0"/>
                </a:lnTo>
                <a:lnTo>
                  <a:pt x="43265" y="0"/>
                </a:lnTo>
              </a:path>
            </a:pathLst>
          </a:custGeom>
          <a:noFill/>
          <a:ln cap="flat" cmpd="sng" w="28575">
            <a:solidFill>
              <a:schemeClr val="accent5"/>
            </a:solidFill>
            <a:prstDash val="solid"/>
            <a:miter lim="8000"/>
            <a:headEnd len="med" w="med" type="none"/>
            <a:tailEnd len="med" w="med" type="none"/>
          </a:ln>
        </p:spPr>
      </p:sp>
      <p:cxnSp>
        <p:nvCxnSpPr>
          <p:cNvPr id="12" name="Shape 12"/>
          <p:cNvCxnSpPr/>
          <p:nvPr/>
        </p:nvCxnSpPr>
        <p:spPr>
          <a:xfrm>
            <a:off x="4359602" y="2817464"/>
            <a:ext cx="424800" cy="0"/>
          </a:xfrm>
          <a:prstGeom prst="straightConnector1">
            <a:avLst/>
          </a:prstGeom>
          <a:noFill/>
          <a:ln cap="flat" cmpd="sng" w="38100">
            <a:solidFill>
              <a:schemeClr val="accent4"/>
            </a:solidFill>
            <a:prstDash val="solid"/>
            <a:round/>
            <a:headEnd len="med" w="med" type="none"/>
            <a:tailEnd len="med" w="med" type="none"/>
          </a:ln>
        </p:spPr>
      </p:cxnSp>
      <p:sp>
        <p:nvSpPr>
          <p:cNvPr id="13" name="Shape 13"/>
          <p:cNvSpPr txBox="1"/>
          <p:nvPr>
            <p:ph type="ctrTitle"/>
          </p:nvPr>
        </p:nvSpPr>
        <p:spPr>
          <a:xfrm>
            <a:off x="1680302" y="1188925"/>
            <a:ext cx="5783400" cy="1457400"/>
          </a:xfrm>
          <a:prstGeom prst="rect">
            <a:avLst/>
          </a:prstGeom>
        </p:spPr>
        <p:txBody>
          <a:bodyPr anchorCtr="0" anchor="b" bIns="91425" lIns="91425" rIns="91425" wrap="square" tIns="91425"/>
          <a:lstStyle>
            <a:lvl1pPr lvl="0" algn="ctr">
              <a:spcBef>
                <a:spcPts val="0"/>
              </a:spcBef>
              <a:buSzPts val="4000"/>
              <a:buNone/>
              <a:defRPr sz="4000"/>
            </a:lvl1pPr>
            <a:lvl2pPr lvl="1" algn="ctr">
              <a:spcBef>
                <a:spcPts val="0"/>
              </a:spcBef>
              <a:buSzPts val="4000"/>
              <a:buNone/>
              <a:defRPr sz="4000"/>
            </a:lvl2pPr>
            <a:lvl3pPr lvl="2" algn="ctr">
              <a:spcBef>
                <a:spcPts val="0"/>
              </a:spcBef>
              <a:buSzPts val="4000"/>
              <a:buNone/>
              <a:defRPr sz="4000"/>
            </a:lvl3pPr>
            <a:lvl4pPr lvl="3" algn="ctr">
              <a:spcBef>
                <a:spcPts val="0"/>
              </a:spcBef>
              <a:buSzPts val="4000"/>
              <a:buNone/>
              <a:defRPr sz="4000"/>
            </a:lvl4pPr>
            <a:lvl5pPr lvl="4" algn="ctr">
              <a:spcBef>
                <a:spcPts val="0"/>
              </a:spcBef>
              <a:buSzPts val="4000"/>
              <a:buNone/>
              <a:defRPr sz="4000"/>
            </a:lvl5pPr>
            <a:lvl6pPr lvl="5" algn="ctr">
              <a:spcBef>
                <a:spcPts val="0"/>
              </a:spcBef>
              <a:buSzPts val="4000"/>
              <a:buNone/>
              <a:defRPr sz="4000"/>
            </a:lvl6pPr>
            <a:lvl7pPr lvl="6" algn="ctr">
              <a:spcBef>
                <a:spcPts val="0"/>
              </a:spcBef>
              <a:buSzPts val="4000"/>
              <a:buNone/>
              <a:defRPr sz="4000"/>
            </a:lvl7pPr>
            <a:lvl8pPr lvl="7" algn="ctr">
              <a:spcBef>
                <a:spcPts val="0"/>
              </a:spcBef>
              <a:buSzPts val="4000"/>
              <a:buNone/>
              <a:defRPr sz="4000"/>
            </a:lvl8pPr>
            <a:lvl9pPr lvl="8" algn="ctr">
              <a:spcBef>
                <a:spcPts val="0"/>
              </a:spcBef>
              <a:buSzPts val="4000"/>
              <a:buNone/>
              <a:defRPr sz="4000"/>
            </a:lvl9pPr>
          </a:lstStyle>
          <a:p/>
        </p:txBody>
      </p:sp>
      <p:sp>
        <p:nvSpPr>
          <p:cNvPr id="14" name="Shape 14"/>
          <p:cNvSpPr txBox="1"/>
          <p:nvPr>
            <p:ph idx="1" type="subTitle"/>
          </p:nvPr>
        </p:nvSpPr>
        <p:spPr>
          <a:xfrm>
            <a:off x="1680302" y="3049450"/>
            <a:ext cx="5783400" cy="909000"/>
          </a:xfrm>
          <a:prstGeom prst="rect">
            <a:avLst/>
          </a:prstGeom>
        </p:spPr>
        <p:txBody>
          <a:bodyPr anchorCtr="0" anchor="t" bIns="91425" lIns="91425" rIns="91425" wrap="square" tIns="91425"/>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Shape 15"/>
          <p:cNvSpPr txBox="1"/>
          <p:nvPr>
            <p:ph idx="12" type="sldNum"/>
          </p:nvPr>
        </p:nvSpPr>
        <p:spPr>
          <a:xfrm>
            <a:off x="8472458" y="4663217"/>
            <a:ext cx="548700" cy="393600"/>
          </a:xfrm>
          <a:prstGeom prst="rect">
            <a:avLst/>
          </a:prstGeom>
        </p:spPr>
        <p:txBody>
          <a:bodyPr anchorCtr="0" anchor="ctr" bIns="91425" lIns="91425" rIns="91425" wrap="square" tIns="91425">
            <a:noAutofit/>
          </a:bodyPr>
          <a:lstStyle/>
          <a:p>
            <a:pPr indent="0" lvl="0" marL="0">
              <a:spcBef>
                <a:spcPts val="0"/>
              </a:spcBef>
              <a:buNone/>
            </a:pPr>
            <a:fld id="{00000000-1234-1234-1234-123412341234}" type="slidenum">
              <a:rPr lang="en"/>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type="secHead">
  <p:cSld name="Section header">
    <p:spTree>
      <p:nvGrpSpPr>
        <p:cNvPr id="16" name="Shape 16"/>
        <p:cNvGrpSpPr/>
        <p:nvPr/>
      </p:nvGrpSpPr>
      <p:grpSpPr>
        <a:xfrm>
          <a:off x="0" y="0"/>
          <a:ext cx="0" cy="0"/>
          <a:chOff x="0" y="0"/>
          <a:chExt cx="0" cy="0"/>
        </a:xfrm>
      </p:grpSpPr>
      <p:cxnSp>
        <p:nvCxnSpPr>
          <p:cNvPr id="17" name="Shape 17"/>
          <p:cNvCxnSpPr/>
          <p:nvPr/>
        </p:nvCxnSpPr>
        <p:spPr>
          <a:xfrm>
            <a:off x="4359602" y="2817464"/>
            <a:ext cx="424800" cy="0"/>
          </a:xfrm>
          <a:prstGeom prst="straightConnector1">
            <a:avLst/>
          </a:prstGeom>
          <a:noFill/>
          <a:ln cap="flat" cmpd="sng" w="38100">
            <a:solidFill>
              <a:schemeClr val="accent4"/>
            </a:solidFill>
            <a:prstDash val="solid"/>
            <a:round/>
            <a:headEnd len="med" w="med" type="none"/>
            <a:tailEnd len="med" w="med" type="none"/>
          </a:ln>
        </p:spPr>
      </p:cxnSp>
      <p:sp>
        <p:nvSpPr>
          <p:cNvPr id="18" name="Shape 18"/>
          <p:cNvSpPr txBox="1"/>
          <p:nvPr>
            <p:ph type="title"/>
          </p:nvPr>
        </p:nvSpPr>
        <p:spPr>
          <a:xfrm>
            <a:off x="480750" y="1764950"/>
            <a:ext cx="8222100" cy="907500"/>
          </a:xfrm>
          <a:prstGeom prst="rect">
            <a:avLst/>
          </a:prstGeom>
        </p:spPr>
        <p:txBody>
          <a:bodyPr anchorCtr="0" anchor="b" bIns="91425" lIns="91425" rIns="91425" wrap="square" tIns="91425"/>
          <a:lstStyle>
            <a:lvl1pPr lvl="0" algn="ctr">
              <a:spcBef>
                <a:spcPts val="0"/>
              </a:spcBef>
              <a:buSzPts val="4800"/>
              <a:buNone/>
              <a:defRPr sz="4800"/>
            </a:lvl1pPr>
            <a:lvl2pPr lvl="1" algn="ctr">
              <a:spcBef>
                <a:spcPts val="0"/>
              </a:spcBef>
              <a:buSzPts val="4800"/>
              <a:buNone/>
              <a:defRPr sz="4800"/>
            </a:lvl2pPr>
            <a:lvl3pPr lvl="2" algn="ctr">
              <a:spcBef>
                <a:spcPts val="0"/>
              </a:spcBef>
              <a:buSzPts val="4800"/>
              <a:buNone/>
              <a:defRPr sz="4800"/>
            </a:lvl3pPr>
            <a:lvl4pPr lvl="3" algn="ctr">
              <a:spcBef>
                <a:spcPts val="0"/>
              </a:spcBef>
              <a:buSzPts val="4800"/>
              <a:buNone/>
              <a:defRPr sz="4800"/>
            </a:lvl4pPr>
            <a:lvl5pPr lvl="4" algn="ctr">
              <a:spcBef>
                <a:spcPts val="0"/>
              </a:spcBef>
              <a:buSzPts val="4800"/>
              <a:buNone/>
              <a:defRPr sz="4800"/>
            </a:lvl5pPr>
            <a:lvl6pPr lvl="5" algn="ctr">
              <a:spcBef>
                <a:spcPts val="0"/>
              </a:spcBef>
              <a:buSzPts val="4800"/>
              <a:buNone/>
              <a:defRPr sz="4800"/>
            </a:lvl6pPr>
            <a:lvl7pPr lvl="6" algn="ctr">
              <a:spcBef>
                <a:spcPts val="0"/>
              </a:spcBef>
              <a:buSzPts val="4800"/>
              <a:buNone/>
              <a:defRPr sz="4800"/>
            </a:lvl7pPr>
            <a:lvl8pPr lvl="7" algn="ctr">
              <a:spcBef>
                <a:spcPts val="0"/>
              </a:spcBef>
              <a:buSzPts val="4800"/>
              <a:buNone/>
              <a:defRPr sz="4800"/>
            </a:lvl8pPr>
            <a:lvl9pPr lvl="8" algn="ctr">
              <a:spcBef>
                <a:spcPts val="0"/>
              </a:spcBef>
              <a:buSzPts val="4800"/>
              <a:buNone/>
              <a:defRPr sz="4800"/>
            </a:lvl9pPr>
          </a:lstStyle>
          <a:p/>
        </p:txBody>
      </p:sp>
      <p:sp>
        <p:nvSpPr>
          <p:cNvPr id="19" name="Shape 19"/>
          <p:cNvSpPr txBox="1"/>
          <p:nvPr>
            <p:ph idx="12" type="sldNum"/>
          </p:nvPr>
        </p:nvSpPr>
        <p:spPr>
          <a:xfrm>
            <a:off x="8472458" y="4663217"/>
            <a:ext cx="548700" cy="393600"/>
          </a:xfrm>
          <a:prstGeom prst="rect">
            <a:avLst/>
          </a:prstGeom>
        </p:spPr>
        <p:txBody>
          <a:bodyPr anchorCtr="0" anchor="ctr" bIns="91425" lIns="91425" rIns="91425" wrap="square" tIns="91425">
            <a:noAutofit/>
          </a:bodyPr>
          <a:lstStyle/>
          <a:p>
            <a:pPr indent="0" lvl="0" marL="0">
              <a:spcBef>
                <a:spcPts val="0"/>
              </a:spcBef>
              <a:buNone/>
            </a:pPr>
            <a:fld id="{00000000-1234-1234-1234-123412341234}" type="slidenum">
              <a:rPr lang="en"/>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type="tx">
  <p:cSld name="Title and body">
    <p:spTree>
      <p:nvGrpSpPr>
        <p:cNvPr id="20" name="Shape 20"/>
        <p:cNvGrpSpPr/>
        <p:nvPr/>
      </p:nvGrpSpPr>
      <p:grpSpPr>
        <a:xfrm>
          <a:off x="0" y="0"/>
          <a:ext cx="0" cy="0"/>
          <a:chOff x="0" y="0"/>
          <a:chExt cx="0" cy="0"/>
        </a:xfrm>
      </p:grpSpPr>
      <p:cxnSp>
        <p:nvCxnSpPr>
          <p:cNvPr id="21" name="Shape 21"/>
          <p:cNvCxnSpPr/>
          <p:nvPr/>
        </p:nvCxnSpPr>
        <p:spPr>
          <a:xfrm>
            <a:off x="492563" y="1260284"/>
            <a:ext cx="424800" cy="0"/>
          </a:xfrm>
          <a:prstGeom prst="straightConnector1">
            <a:avLst/>
          </a:prstGeom>
          <a:noFill/>
          <a:ln cap="flat" cmpd="sng" w="38100">
            <a:solidFill>
              <a:schemeClr val="accent4"/>
            </a:solidFill>
            <a:prstDash val="solid"/>
            <a:round/>
            <a:headEnd len="med" w="med" type="none"/>
            <a:tailEnd len="med" w="med" type="none"/>
          </a:ln>
        </p:spPr>
      </p:cxnSp>
      <p:sp>
        <p:nvSpPr>
          <p:cNvPr id="22" name="Shape 22"/>
          <p:cNvSpPr txBox="1"/>
          <p:nvPr>
            <p:ph type="title"/>
          </p:nvPr>
        </p:nvSpPr>
        <p:spPr>
          <a:xfrm>
            <a:off x="387900" y="458025"/>
            <a:ext cx="8368200" cy="686100"/>
          </a:xfrm>
          <a:prstGeom prst="rect">
            <a:avLst/>
          </a:prstGeom>
        </p:spPr>
        <p:txBody>
          <a:bodyPr anchorCtr="0" anchor="b" bIns="91425" lIns="91425" rIns="91425" wrap="square" tIns="91425"/>
          <a:lstStyle>
            <a:lvl1pPr lvl="0">
              <a:spcBef>
                <a:spcPts val="0"/>
              </a:spcBef>
              <a:buSzPts val="3000"/>
              <a:buNone/>
              <a:defRPr/>
            </a:lvl1pPr>
            <a:lvl2pPr lvl="1">
              <a:spcBef>
                <a:spcPts val="0"/>
              </a:spcBef>
              <a:buSzPts val="3000"/>
              <a:buNone/>
              <a:defRPr/>
            </a:lvl2pPr>
            <a:lvl3pPr lvl="2">
              <a:spcBef>
                <a:spcPts val="0"/>
              </a:spcBef>
              <a:buSzPts val="3000"/>
              <a:buNone/>
              <a:defRPr/>
            </a:lvl3pPr>
            <a:lvl4pPr lvl="3">
              <a:spcBef>
                <a:spcPts val="0"/>
              </a:spcBef>
              <a:buSzPts val="3000"/>
              <a:buNone/>
              <a:defRPr/>
            </a:lvl4pPr>
            <a:lvl5pPr lvl="4">
              <a:spcBef>
                <a:spcPts val="0"/>
              </a:spcBef>
              <a:buSzPts val="3000"/>
              <a:buNone/>
              <a:defRPr/>
            </a:lvl5pPr>
            <a:lvl6pPr lvl="5">
              <a:spcBef>
                <a:spcPts val="0"/>
              </a:spcBef>
              <a:buSzPts val="3000"/>
              <a:buNone/>
              <a:defRPr/>
            </a:lvl6pPr>
            <a:lvl7pPr lvl="6">
              <a:spcBef>
                <a:spcPts val="0"/>
              </a:spcBef>
              <a:buSzPts val="3000"/>
              <a:buNone/>
              <a:defRPr/>
            </a:lvl7pPr>
            <a:lvl8pPr lvl="7">
              <a:spcBef>
                <a:spcPts val="0"/>
              </a:spcBef>
              <a:buSzPts val="3000"/>
              <a:buNone/>
              <a:defRPr/>
            </a:lvl8pPr>
            <a:lvl9pPr lvl="8">
              <a:spcBef>
                <a:spcPts val="0"/>
              </a:spcBef>
              <a:buSzPts val="3000"/>
              <a:buNone/>
              <a:defRPr/>
            </a:lvl9pPr>
          </a:lstStyle>
          <a:p/>
        </p:txBody>
      </p:sp>
      <p:sp>
        <p:nvSpPr>
          <p:cNvPr id="23" name="Shape 23"/>
          <p:cNvSpPr txBox="1"/>
          <p:nvPr>
            <p:ph idx="1" type="body"/>
          </p:nvPr>
        </p:nvSpPr>
        <p:spPr>
          <a:xfrm>
            <a:off x="387900" y="1489824"/>
            <a:ext cx="8368200" cy="3078900"/>
          </a:xfrm>
          <a:prstGeom prst="rect">
            <a:avLst/>
          </a:prstGeom>
        </p:spPr>
        <p:txBody>
          <a:bodyPr anchorCtr="0" anchor="t" bIns="91425" lIns="91425" rIns="91425" wrap="square" tIns="91425"/>
          <a:lstStyle>
            <a:lvl1pPr lvl="0">
              <a:spcBef>
                <a:spcPts val="0"/>
              </a:spcBef>
              <a:buSzPts val="1800"/>
              <a:buChar char="●"/>
              <a:defRPr/>
            </a:lvl1pPr>
            <a:lvl2pPr lvl="1">
              <a:spcBef>
                <a:spcPts val="0"/>
              </a:spcBef>
              <a:buSzPts val="1400"/>
              <a:buChar char="○"/>
              <a:defRPr/>
            </a:lvl2pPr>
            <a:lvl3pPr lvl="2">
              <a:spcBef>
                <a:spcPts val="0"/>
              </a:spcBef>
              <a:buSzPts val="1400"/>
              <a:buChar char="■"/>
              <a:defRPr/>
            </a:lvl3pPr>
            <a:lvl4pPr lvl="3">
              <a:spcBef>
                <a:spcPts val="0"/>
              </a:spcBef>
              <a:buSzPts val="1400"/>
              <a:buChar char="●"/>
              <a:defRPr/>
            </a:lvl4pPr>
            <a:lvl5pPr lvl="4">
              <a:spcBef>
                <a:spcPts val="0"/>
              </a:spcBef>
              <a:buSzPts val="1400"/>
              <a:buChar char="○"/>
              <a:defRPr/>
            </a:lvl5pPr>
            <a:lvl6pPr lvl="5">
              <a:spcBef>
                <a:spcPts val="0"/>
              </a:spcBef>
              <a:buSzPts val="1400"/>
              <a:buChar char="■"/>
              <a:defRPr/>
            </a:lvl6pPr>
            <a:lvl7pPr lvl="6">
              <a:spcBef>
                <a:spcPts val="0"/>
              </a:spcBef>
              <a:buSzPts val="1400"/>
              <a:buChar char="●"/>
              <a:defRPr/>
            </a:lvl7pPr>
            <a:lvl8pPr lvl="7">
              <a:spcBef>
                <a:spcPts val="0"/>
              </a:spcBef>
              <a:buSzPts val="1400"/>
              <a:buChar char="○"/>
              <a:defRPr/>
            </a:lvl8pPr>
            <a:lvl9pPr lvl="8">
              <a:spcBef>
                <a:spcPts val="0"/>
              </a:spcBef>
              <a:buSzPts val="1400"/>
              <a:buChar char="■"/>
              <a:defRPr/>
            </a:lvl9pPr>
          </a:lstStyle>
          <a:p/>
        </p:txBody>
      </p:sp>
      <p:sp>
        <p:nvSpPr>
          <p:cNvPr id="24" name="Shape 24"/>
          <p:cNvSpPr txBox="1"/>
          <p:nvPr>
            <p:ph idx="12" type="sldNum"/>
          </p:nvPr>
        </p:nvSpPr>
        <p:spPr>
          <a:xfrm>
            <a:off x="8472458" y="4663217"/>
            <a:ext cx="548700" cy="393600"/>
          </a:xfrm>
          <a:prstGeom prst="rect">
            <a:avLst/>
          </a:prstGeom>
        </p:spPr>
        <p:txBody>
          <a:bodyPr anchorCtr="0" anchor="ctr" bIns="91425" lIns="91425" rIns="91425" wrap="square" tIns="91425">
            <a:noAutofit/>
          </a:bodyPr>
          <a:lstStyle/>
          <a:p>
            <a:pPr indent="0" lvl="0" marL="0">
              <a:spcBef>
                <a:spcPts val="0"/>
              </a:spcBef>
              <a:buNone/>
            </a:pPr>
            <a:fld id="{00000000-1234-1234-1234-123412341234}" type="slidenum">
              <a:rPr lang="en"/>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type="twoColTx">
  <p:cSld name="Title and two columns">
    <p:spTree>
      <p:nvGrpSpPr>
        <p:cNvPr id="25" name="Shape 25"/>
        <p:cNvGrpSpPr/>
        <p:nvPr/>
      </p:nvGrpSpPr>
      <p:grpSpPr>
        <a:xfrm>
          <a:off x="0" y="0"/>
          <a:ext cx="0" cy="0"/>
          <a:chOff x="0" y="0"/>
          <a:chExt cx="0" cy="0"/>
        </a:xfrm>
      </p:grpSpPr>
      <p:cxnSp>
        <p:nvCxnSpPr>
          <p:cNvPr id="26" name="Shape 26"/>
          <p:cNvCxnSpPr/>
          <p:nvPr/>
        </p:nvCxnSpPr>
        <p:spPr>
          <a:xfrm>
            <a:off x="492563" y="1260284"/>
            <a:ext cx="424800" cy="0"/>
          </a:xfrm>
          <a:prstGeom prst="straightConnector1">
            <a:avLst/>
          </a:prstGeom>
          <a:noFill/>
          <a:ln cap="flat" cmpd="sng" w="38100">
            <a:solidFill>
              <a:schemeClr val="accent4"/>
            </a:solidFill>
            <a:prstDash val="solid"/>
            <a:round/>
            <a:headEnd len="med" w="med" type="none"/>
            <a:tailEnd len="med" w="med" type="none"/>
          </a:ln>
        </p:spPr>
      </p:cxnSp>
      <p:sp>
        <p:nvSpPr>
          <p:cNvPr id="27" name="Shape 27"/>
          <p:cNvSpPr txBox="1"/>
          <p:nvPr>
            <p:ph type="title"/>
          </p:nvPr>
        </p:nvSpPr>
        <p:spPr>
          <a:xfrm>
            <a:off x="387900" y="458025"/>
            <a:ext cx="8368200" cy="686100"/>
          </a:xfrm>
          <a:prstGeom prst="rect">
            <a:avLst/>
          </a:prstGeom>
        </p:spPr>
        <p:txBody>
          <a:bodyPr anchorCtr="0" anchor="b" bIns="91425" lIns="91425" rIns="91425" wrap="square" tIns="91425"/>
          <a:lstStyle>
            <a:lvl1pPr lvl="0">
              <a:spcBef>
                <a:spcPts val="0"/>
              </a:spcBef>
              <a:buSzPts val="3000"/>
              <a:buNone/>
              <a:defRPr/>
            </a:lvl1pPr>
            <a:lvl2pPr lvl="1">
              <a:spcBef>
                <a:spcPts val="0"/>
              </a:spcBef>
              <a:buSzPts val="3000"/>
              <a:buNone/>
              <a:defRPr/>
            </a:lvl2pPr>
            <a:lvl3pPr lvl="2">
              <a:spcBef>
                <a:spcPts val="0"/>
              </a:spcBef>
              <a:buSzPts val="3000"/>
              <a:buNone/>
              <a:defRPr/>
            </a:lvl3pPr>
            <a:lvl4pPr lvl="3">
              <a:spcBef>
                <a:spcPts val="0"/>
              </a:spcBef>
              <a:buSzPts val="3000"/>
              <a:buNone/>
              <a:defRPr/>
            </a:lvl4pPr>
            <a:lvl5pPr lvl="4">
              <a:spcBef>
                <a:spcPts val="0"/>
              </a:spcBef>
              <a:buSzPts val="3000"/>
              <a:buNone/>
              <a:defRPr/>
            </a:lvl5pPr>
            <a:lvl6pPr lvl="5">
              <a:spcBef>
                <a:spcPts val="0"/>
              </a:spcBef>
              <a:buSzPts val="3000"/>
              <a:buNone/>
              <a:defRPr/>
            </a:lvl6pPr>
            <a:lvl7pPr lvl="6">
              <a:spcBef>
                <a:spcPts val="0"/>
              </a:spcBef>
              <a:buSzPts val="3000"/>
              <a:buNone/>
              <a:defRPr/>
            </a:lvl7pPr>
            <a:lvl8pPr lvl="7">
              <a:spcBef>
                <a:spcPts val="0"/>
              </a:spcBef>
              <a:buSzPts val="3000"/>
              <a:buNone/>
              <a:defRPr/>
            </a:lvl8pPr>
            <a:lvl9pPr lvl="8">
              <a:spcBef>
                <a:spcPts val="0"/>
              </a:spcBef>
              <a:buSzPts val="3000"/>
              <a:buNone/>
              <a:defRPr/>
            </a:lvl9pPr>
          </a:lstStyle>
          <a:p/>
        </p:txBody>
      </p:sp>
      <p:sp>
        <p:nvSpPr>
          <p:cNvPr id="28" name="Shape 28"/>
          <p:cNvSpPr txBox="1"/>
          <p:nvPr>
            <p:ph idx="1" type="body"/>
          </p:nvPr>
        </p:nvSpPr>
        <p:spPr>
          <a:xfrm>
            <a:off x="387900" y="1489825"/>
            <a:ext cx="3999900" cy="3078900"/>
          </a:xfrm>
          <a:prstGeom prst="rect">
            <a:avLst/>
          </a:prstGeom>
        </p:spPr>
        <p:txBody>
          <a:bodyPr anchorCtr="0" anchor="t" bIns="91425" lIns="91425" rIns="91425" wrap="square" tIns="91425"/>
          <a:lstStyle>
            <a:lvl1pPr lvl="0">
              <a:spcBef>
                <a:spcPts val="0"/>
              </a:spcBef>
              <a:buSzPts val="1400"/>
              <a:buChar char="●"/>
              <a:defRPr sz="1400"/>
            </a:lvl1pPr>
            <a:lvl2pPr lvl="1">
              <a:spcBef>
                <a:spcPts val="0"/>
              </a:spcBef>
              <a:buSzPts val="1200"/>
              <a:buChar char="○"/>
              <a:defRPr sz="1200"/>
            </a:lvl2pPr>
            <a:lvl3pPr lvl="2">
              <a:spcBef>
                <a:spcPts val="0"/>
              </a:spcBef>
              <a:buSzPts val="1200"/>
              <a:buChar char="■"/>
              <a:defRPr sz="1200"/>
            </a:lvl3pPr>
            <a:lvl4pPr lvl="3">
              <a:spcBef>
                <a:spcPts val="0"/>
              </a:spcBef>
              <a:buSzPts val="1200"/>
              <a:buChar char="●"/>
              <a:defRPr sz="1200"/>
            </a:lvl4pPr>
            <a:lvl5pPr lvl="4">
              <a:spcBef>
                <a:spcPts val="0"/>
              </a:spcBef>
              <a:buSzPts val="1200"/>
              <a:buChar char="○"/>
              <a:defRPr sz="1200"/>
            </a:lvl5pPr>
            <a:lvl6pPr lvl="5">
              <a:spcBef>
                <a:spcPts val="0"/>
              </a:spcBef>
              <a:buSzPts val="1200"/>
              <a:buChar char="■"/>
              <a:defRPr sz="1200"/>
            </a:lvl6pPr>
            <a:lvl7pPr lvl="6">
              <a:spcBef>
                <a:spcPts val="0"/>
              </a:spcBef>
              <a:buSzPts val="1200"/>
              <a:buChar char="●"/>
              <a:defRPr sz="1200"/>
            </a:lvl7pPr>
            <a:lvl8pPr lvl="7">
              <a:spcBef>
                <a:spcPts val="0"/>
              </a:spcBef>
              <a:buSzPts val="1200"/>
              <a:buChar char="○"/>
              <a:defRPr sz="1200"/>
            </a:lvl8pPr>
            <a:lvl9pPr lvl="8">
              <a:spcBef>
                <a:spcPts val="0"/>
              </a:spcBef>
              <a:buSzPts val="1200"/>
              <a:buChar char="■"/>
              <a:defRPr sz="1200"/>
            </a:lvl9pPr>
          </a:lstStyle>
          <a:p/>
        </p:txBody>
      </p:sp>
      <p:sp>
        <p:nvSpPr>
          <p:cNvPr id="29" name="Shape 29"/>
          <p:cNvSpPr txBox="1"/>
          <p:nvPr>
            <p:ph idx="2" type="body"/>
          </p:nvPr>
        </p:nvSpPr>
        <p:spPr>
          <a:xfrm>
            <a:off x="4756200" y="1489825"/>
            <a:ext cx="3999900" cy="3078900"/>
          </a:xfrm>
          <a:prstGeom prst="rect">
            <a:avLst/>
          </a:prstGeom>
        </p:spPr>
        <p:txBody>
          <a:bodyPr anchorCtr="0" anchor="t" bIns="91425" lIns="91425" rIns="91425" wrap="square" tIns="91425"/>
          <a:lstStyle>
            <a:lvl1pPr lvl="0">
              <a:spcBef>
                <a:spcPts val="0"/>
              </a:spcBef>
              <a:buSzPts val="1400"/>
              <a:buChar char="●"/>
              <a:defRPr sz="1400"/>
            </a:lvl1pPr>
            <a:lvl2pPr lvl="1">
              <a:spcBef>
                <a:spcPts val="0"/>
              </a:spcBef>
              <a:buSzPts val="1200"/>
              <a:buChar char="○"/>
              <a:defRPr sz="1200"/>
            </a:lvl2pPr>
            <a:lvl3pPr lvl="2">
              <a:spcBef>
                <a:spcPts val="0"/>
              </a:spcBef>
              <a:buSzPts val="1200"/>
              <a:buChar char="■"/>
              <a:defRPr sz="1200"/>
            </a:lvl3pPr>
            <a:lvl4pPr lvl="3">
              <a:spcBef>
                <a:spcPts val="0"/>
              </a:spcBef>
              <a:buSzPts val="1200"/>
              <a:buChar char="●"/>
              <a:defRPr sz="1200"/>
            </a:lvl4pPr>
            <a:lvl5pPr lvl="4">
              <a:spcBef>
                <a:spcPts val="0"/>
              </a:spcBef>
              <a:buSzPts val="1200"/>
              <a:buChar char="○"/>
              <a:defRPr sz="1200"/>
            </a:lvl5pPr>
            <a:lvl6pPr lvl="5">
              <a:spcBef>
                <a:spcPts val="0"/>
              </a:spcBef>
              <a:buSzPts val="1200"/>
              <a:buChar char="■"/>
              <a:defRPr sz="1200"/>
            </a:lvl6pPr>
            <a:lvl7pPr lvl="6">
              <a:spcBef>
                <a:spcPts val="0"/>
              </a:spcBef>
              <a:buSzPts val="1200"/>
              <a:buChar char="●"/>
              <a:defRPr sz="1200"/>
            </a:lvl7pPr>
            <a:lvl8pPr lvl="7">
              <a:spcBef>
                <a:spcPts val="0"/>
              </a:spcBef>
              <a:buSzPts val="1200"/>
              <a:buChar char="○"/>
              <a:defRPr sz="1200"/>
            </a:lvl8pPr>
            <a:lvl9pPr lvl="8">
              <a:spcBef>
                <a:spcPts val="0"/>
              </a:spcBef>
              <a:buSzPts val="1200"/>
              <a:buChar char="■"/>
              <a:defRPr sz="1200"/>
            </a:lvl9pPr>
          </a:lstStyle>
          <a:p/>
        </p:txBody>
      </p:sp>
      <p:sp>
        <p:nvSpPr>
          <p:cNvPr id="30" name="Shape 30"/>
          <p:cNvSpPr txBox="1"/>
          <p:nvPr>
            <p:ph idx="12" type="sldNum"/>
          </p:nvPr>
        </p:nvSpPr>
        <p:spPr>
          <a:xfrm>
            <a:off x="8472458" y="4663217"/>
            <a:ext cx="548700" cy="393600"/>
          </a:xfrm>
          <a:prstGeom prst="rect">
            <a:avLst/>
          </a:prstGeom>
        </p:spPr>
        <p:txBody>
          <a:bodyPr anchorCtr="0" anchor="ctr" bIns="91425" lIns="91425" rIns="91425" wrap="square" tIns="91425">
            <a:noAutofit/>
          </a:bodyPr>
          <a:lstStyle/>
          <a:p>
            <a:pPr indent="0" lvl="0" marL="0">
              <a:spcBef>
                <a:spcPts val="0"/>
              </a:spcBef>
              <a:buNone/>
            </a:pPr>
            <a:fld id="{00000000-1234-1234-1234-123412341234}" type="slidenum">
              <a:rPr lang="en"/>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type="titleOnly">
  <p:cSld name="Title only">
    <p:spTree>
      <p:nvGrpSpPr>
        <p:cNvPr id="31" name="Shape 31"/>
        <p:cNvGrpSpPr/>
        <p:nvPr/>
      </p:nvGrpSpPr>
      <p:grpSpPr>
        <a:xfrm>
          <a:off x="0" y="0"/>
          <a:ext cx="0" cy="0"/>
          <a:chOff x="0" y="0"/>
          <a:chExt cx="0" cy="0"/>
        </a:xfrm>
      </p:grpSpPr>
      <p:sp>
        <p:nvSpPr>
          <p:cNvPr id="32" name="Shape 32"/>
          <p:cNvSpPr txBox="1"/>
          <p:nvPr>
            <p:ph type="title"/>
          </p:nvPr>
        </p:nvSpPr>
        <p:spPr>
          <a:xfrm>
            <a:off x="387900" y="458025"/>
            <a:ext cx="8368200" cy="686100"/>
          </a:xfrm>
          <a:prstGeom prst="rect">
            <a:avLst/>
          </a:prstGeom>
        </p:spPr>
        <p:txBody>
          <a:bodyPr anchorCtr="0" anchor="b" bIns="91425" lIns="91425" rIns="91425" wrap="square" tIns="91425"/>
          <a:lstStyle>
            <a:lvl1pPr lvl="0">
              <a:spcBef>
                <a:spcPts val="0"/>
              </a:spcBef>
              <a:buSzPts val="3000"/>
              <a:buNone/>
              <a:defRPr/>
            </a:lvl1pPr>
            <a:lvl2pPr lvl="1">
              <a:spcBef>
                <a:spcPts val="0"/>
              </a:spcBef>
              <a:buSzPts val="3000"/>
              <a:buNone/>
              <a:defRPr/>
            </a:lvl2pPr>
            <a:lvl3pPr lvl="2">
              <a:spcBef>
                <a:spcPts val="0"/>
              </a:spcBef>
              <a:buSzPts val="3000"/>
              <a:buNone/>
              <a:defRPr/>
            </a:lvl3pPr>
            <a:lvl4pPr lvl="3">
              <a:spcBef>
                <a:spcPts val="0"/>
              </a:spcBef>
              <a:buSzPts val="3000"/>
              <a:buNone/>
              <a:defRPr/>
            </a:lvl4pPr>
            <a:lvl5pPr lvl="4">
              <a:spcBef>
                <a:spcPts val="0"/>
              </a:spcBef>
              <a:buSzPts val="3000"/>
              <a:buNone/>
              <a:defRPr/>
            </a:lvl5pPr>
            <a:lvl6pPr lvl="5">
              <a:spcBef>
                <a:spcPts val="0"/>
              </a:spcBef>
              <a:buSzPts val="3000"/>
              <a:buNone/>
              <a:defRPr/>
            </a:lvl6pPr>
            <a:lvl7pPr lvl="6">
              <a:spcBef>
                <a:spcPts val="0"/>
              </a:spcBef>
              <a:buSzPts val="3000"/>
              <a:buNone/>
              <a:defRPr/>
            </a:lvl7pPr>
            <a:lvl8pPr lvl="7">
              <a:spcBef>
                <a:spcPts val="0"/>
              </a:spcBef>
              <a:buSzPts val="3000"/>
              <a:buNone/>
              <a:defRPr/>
            </a:lvl8pPr>
            <a:lvl9pPr lvl="8">
              <a:spcBef>
                <a:spcPts val="0"/>
              </a:spcBef>
              <a:buSzPts val="3000"/>
              <a:buNone/>
              <a:defRPr/>
            </a:lvl9pPr>
          </a:lstStyle>
          <a:p/>
        </p:txBody>
      </p:sp>
      <p:sp>
        <p:nvSpPr>
          <p:cNvPr id="33" name="Shape 33"/>
          <p:cNvSpPr txBox="1"/>
          <p:nvPr>
            <p:ph idx="12" type="sldNum"/>
          </p:nvPr>
        </p:nvSpPr>
        <p:spPr>
          <a:xfrm>
            <a:off x="8472458" y="4663217"/>
            <a:ext cx="548700" cy="393600"/>
          </a:xfrm>
          <a:prstGeom prst="rect">
            <a:avLst/>
          </a:prstGeom>
        </p:spPr>
        <p:txBody>
          <a:bodyPr anchorCtr="0" anchor="ctr" bIns="91425" lIns="91425" rIns="91425" wrap="square" tIns="91425">
            <a:noAutofit/>
          </a:bodyPr>
          <a:lstStyle/>
          <a:p>
            <a:pPr indent="0" lvl="0" marL="0">
              <a:spcBef>
                <a:spcPts val="0"/>
              </a:spcBef>
              <a:buNone/>
            </a:pPr>
            <a:fld id="{00000000-1234-1234-1234-123412341234}" type="slidenum">
              <a:rPr lang="en"/>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One column text">
    <p:spTree>
      <p:nvGrpSpPr>
        <p:cNvPr id="34" name="Shape 34"/>
        <p:cNvGrpSpPr/>
        <p:nvPr/>
      </p:nvGrpSpPr>
      <p:grpSpPr>
        <a:xfrm>
          <a:off x="0" y="0"/>
          <a:ext cx="0" cy="0"/>
          <a:chOff x="0" y="0"/>
          <a:chExt cx="0" cy="0"/>
        </a:xfrm>
      </p:grpSpPr>
      <p:cxnSp>
        <p:nvCxnSpPr>
          <p:cNvPr id="35" name="Shape 35"/>
          <p:cNvCxnSpPr/>
          <p:nvPr/>
        </p:nvCxnSpPr>
        <p:spPr>
          <a:xfrm>
            <a:off x="489218" y="1412277"/>
            <a:ext cx="331500" cy="0"/>
          </a:xfrm>
          <a:prstGeom prst="straightConnector1">
            <a:avLst/>
          </a:prstGeom>
          <a:noFill/>
          <a:ln cap="flat" cmpd="sng" w="38100">
            <a:solidFill>
              <a:schemeClr val="accent4"/>
            </a:solidFill>
            <a:prstDash val="solid"/>
            <a:round/>
            <a:headEnd len="med" w="med" type="none"/>
            <a:tailEnd len="med" w="med" type="none"/>
          </a:ln>
        </p:spPr>
      </p:cxnSp>
      <p:sp>
        <p:nvSpPr>
          <p:cNvPr id="36" name="Shape 36"/>
          <p:cNvSpPr txBox="1"/>
          <p:nvPr>
            <p:ph type="title"/>
          </p:nvPr>
        </p:nvSpPr>
        <p:spPr>
          <a:xfrm>
            <a:off x="387900" y="555600"/>
            <a:ext cx="2808000" cy="755700"/>
          </a:xfrm>
          <a:prstGeom prst="rect">
            <a:avLst/>
          </a:prstGeom>
        </p:spPr>
        <p:txBody>
          <a:bodyPr anchorCtr="0" anchor="b" bIns="91425" lIns="91425" rIns="91425" wrap="square" tIns="91425"/>
          <a:lstStyle>
            <a:lvl1pPr lvl="0">
              <a:spcBef>
                <a:spcPts val="0"/>
              </a:spcBef>
              <a:buSzPts val="2400"/>
              <a:buNone/>
              <a:defRPr sz="2400"/>
            </a:lvl1pPr>
            <a:lvl2pPr lvl="1">
              <a:spcBef>
                <a:spcPts val="0"/>
              </a:spcBef>
              <a:buSzPts val="2400"/>
              <a:buNone/>
              <a:defRPr sz="2400"/>
            </a:lvl2pPr>
            <a:lvl3pPr lvl="2">
              <a:spcBef>
                <a:spcPts val="0"/>
              </a:spcBef>
              <a:buSzPts val="2400"/>
              <a:buNone/>
              <a:defRPr sz="2400"/>
            </a:lvl3pPr>
            <a:lvl4pPr lvl="3">
              <a:spcBef>
                <a:spcPts val="0"/>
              </a:spcBef>
              <a:buSzPts val="2400"/>
              <a:buNone/>
              <a:defRPr sz="2400"/>
            </a:lvl4pPr>
            <a:lvl5pPr lvl="4">
              <a:spcBef>
                <a:spcPts val="0"/>
              </a:spcBef>
              <a:buSzPts val="2400"/>
              <a:buNone/>
              <a:defRPr sz="2400"/>
            </a:lvl5pPr>
            <a:lvl6pPr lvl="5">
              <a:spcBef>
                <a:spcPts val="0"/>
              </a:spcBef>
              <a:buSzPts val="2400"/>
              <a:buNone/>
              <a:defRPr sz="2400"/>
            </a:lvl6pPr>
            <a:lvl7pPr lvl="6">
              <a:spcBef>
                <a:spcPts val="0"/>
              </a:spcBef>
              <a:buSzPts val="2400"/>
              <a:buNone/>
              <a:defRPr sz="2400"/>
            </a:lvl7pPr>
            <a:lvl8pPr lvl="7">
              <a:spcBef>
                <a:spcPts val="0"/>
              </a:spcBef>
              <a:buSzPts val="2400"/>
              <a:buNone/>
              <a:defRPr sz="2400"/>
            </a:lvl8pPr>
            <a:lvl9pPr lvl="8">
              <a:spcBef>
                <a:spcPts val="0"/>
              </a:spcBef>
              <a:buSzPts val="2400"/>
              <a:buNone/>
              <a:defRPr sz="2400"/>
            </a:lvl9pPr>
          </a:lstStyle>
          <a:p/>
        </p:txBody>
      </p:sp>
      <p:sp>
        <p:nvSpPr>
          <p:cNvPr id="37" name="Shape 37"/>
          <p:cNvSpPr txBox="1"/>
          <p:nvPr>
            <p:ph idx="1" type="body"/>
          </p:nvPr>
        </p:nvSpPr>
        <p:spPr>
          <a:xfrm>
            <a:off x="387900" y="1594025"/>
            <a:ext cx="2808000" cy="2681100"/>
          </a:xfrm>
          <a:prstGeom prst="rect">
            <a:avLst/>
          </a:prstGeom>
        </p:spPr>
        <p:txBody>
          <a:bodyPr anchorCtr="0" anchor="t" bIns="91425" lIns="91425" rIns="91425" wrap="square" tIns="91425"/>
          <a:lstStyle>
            <a:lvl1pPr lvl="0">
              <a:spcBef>
                <a:spcPts val="0"/>
              </a:spcBef>
              <a:buSzPts val="1200"/>
              <a:buChar char="●"/>
              <a:defRPr sz="1200"/>
            </a:lvl1pPr>
            <a:lvl2pPr lvl="1">
              <a:spcBef>
                <a:spcPts val="0"/>
              </a:spcBef>
              <a:buSzPts val="1200"/>
              <a:buChar char="○"/>
              <a:defRPr sz="1200"/>
            </a:lvl2pPr>
            <a:lvl3pPr lvl="2">
              <a:spcBef>
                <a:spcPts val="0"/>
              </a:spcBef>
              <a:buSzPts val="1200"/>
              <a:buChar char="■"/>
              <a:defRPr sz="1200"/>
            </a:lvl3pPr>
            <a:lvl4pPr lvl="3">
              <a:spcBef>
                <a:spcPts val="0"/>
              </a:spcBef>
              <a:buSzPts val="1200"/>
              <a:buChar char="●"/>
              <a:defRPr sz="1200"/>
            </a:lvl4pPr>
            <a:lvl5pPr lvl="4">
              <a:spcBef>
                <a:spcPts val="0"/>
              </a:spcBef>
              <a:buSzPts val="1200"/>
              <a:buChar char="○"/>
              <a:defRPr sz="1200"/>
            </a:lvl5pPr>
            <a:lvl6pPr lvl="5">
              <a:spcBef>
                <a:spcPts val="0"/>
              </a:spcBef>
              <a:buSzPts val="1200"/>
              <a:buChar char="■"/>
              <a:defRPr sz="1200"/>
            </a:lvl6pPr>
            <a:lvl7pPr lvl="6">
              <a:spcBef>
                <a:spcPts val="0"/>
              </a:spcBef>
              <a:buSzPts val="1200"/>
              <a:buChar char="●"/>
              <a:defRPr sz="1200"/>
            </a:lvl7pPr>
            <a:lvl8pPr lvl="7">
              <a:spcBef>
                <a:spcPts val="0"/>
              </a:spcBef>
              <a:buSzPts val="1200"/>
              <a:buChar char="○"/>
              <a:defRPr sz="1200"/>
            </a:lvl8pPr>
            <a:lvl9pPr lvl="8">
              <a:spcBef>
                <a:spcPts val="0"/>
              </a:spcBef>
              <a:buSzPts val="1200"/>
              <a:buChar char="■"/>
              <a:defRPr sz="1200"/>
            </a:lvl9pPr>
          </a:lstStyle>
          <a:p/>
        </p:txBody>
      </p:sp>
      <p:sp>
        <p:nvSpPr>
          <p:cNvPr id="38" name="Shape 38"/>
          <p:cNvSpPr txBox="1"/>
          <p:nvPr>
            <p:ph idx="12" type="sldNum"/>
          </p:nvPr>
        </p:nvSpPr>
        <p:spPr>
          <a:xfrm>
            <a:off x="8472458" y="4663217"/>
            <a:ext cx="548700" cy="393600"/>
          </a:xfrm>
          <a:prstGeom prst="rect">
            <a:avLst/>
          </a:prstGeom>
        </p:spPr>
        <p:txBody>
          <a:bodyPr anchorCtr="0" anchor="ctr" bIns="91425" lIns="91425" rIns="91425" wrap="square" tIns="91425">
            <a:noAutofit/>
          </a:bodyPr>
          <a:lstStyle/>
          <a:p>
            <a:pPr indent="0" lvl="0" marL="0">
              <a:spcBef>
                <a:spcPts val="0"/>
              </a:spcBef>
              <a:buNone/>
            </a:pPr>
            <a:fld id="{00000000-1234-1234-1234-123412341234}" type="slidenum">
              <a:rPr lang="en"/>
              <a:t>‹#›</a:t>
            </a:fl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Main point">
    <p:spTree>
      <p:nvGrpSpPr>
        <p:cNvPr id="39" name="Shape 39"/>
        <p:cNvGrpSpPr/>
        <p:nvPr/>
      </p:nvGrpSpPr>
      <p:grpSpPr>
        <a:xfrm>
          <a:off x="0" y="0"/>
          <a:ext cx="0" cy="0"/>
          <a:chOff x="0" y="0"/>
          <a:chExt cx="0" cy="0"/>
        </a:xfrm>
      </p:grpSpPr>
      <p:sp>
        <p:nvSpPr>
          <p:cNvPr id="40" name="Shape 40"/>
          <p:cNvSpPr txBox="1"/>
          <p:nvPr>
            <p:ph type="title"/>
          </p:nvPr>
        </p:nvSpPr>
        <p:spPr>
          <a:xfrm>
            <a:off x="490250" y="526350"/>
            <a:ext cx="5618700" cy="4090800"/>
          </a:xfrm>
          <a:prstGeom prst="rect">
            <a:avLst/>
          </a:prstGeom>
        </p:spPr>
        <p:txBody>
          <a:bodyPr anchorCtr="0" anchor="ctr" bIns="91425" lIns="91425" rIns="91425" wrap="square" tIns="91425"/>
          <a:lstStyle>
            <a:lvl1pPr lvl="0">
              <a:spcBef>
                <a:spcPts val="0"/>
              </a:spcBef>
              <a:buSzPts val="4800"/>
              <a:buNone/>
              <a:defRPr sz="4800"/>
            </a:lvl1pPr>
            <a:lvl2pPr lvl="1">
              <a:spcBef>
                <a:spcPts val="0"/>
              </a:spcBef>
              <a:buSzPts val="4800"/>
              <a:buNone/>
              <a:defRPr sz="4800"/>
            </a:lvl2pPr>
            <a:lvl3pPr lvl="2">
              <a:spcBef>
                <a:spcPts val="0"/>
              </a:spcBef>
              <a:buSzPts val="4800"/>
              <a:buNone/>
              <a:defRPr sz="4800"/>
            </a:lvl3pPr>
            <a:lvl4pPr lvl="3">
              <a:spcBef>
                <a:spcPts val="0"/>
              </a:spcBef>
              <a:buSzPts val="4800"/>
              <a:buNone/>
              <a:defRPr sz="4800"/>
            </a:lvl4pPr>
            <a:lvl5pPr lvl="4">
              <a:spcBef>
                <a:spcPts val="0"/>
              </a:spcBef>
              <a:buSzPts val="4800"/>
              <a:buNone/>
              <a:defRPr sz="4800"/>
            </a:lvl5pPr>
            <a:lvl6pPr lvl="5">
              <a:spcBef>
                <a:spcPts val="0"/>
              </a:spcBef>
              <a:buSzPts val="4800"/>
              <a:buNone/>
              <a:defRPr sz="4800"/>
            </a:lvl6pPr>
            <a:lvl7pPr lvl="6">
              <a:spcBef>
                <a:spcPts val="0"/>
              </a:spcBef>
              <a:buSzPts val="4800"/>
              <a:buNone/>
              <a:defRPr sz="4800"/>
            </a:lvl7pPr>
            <a:lvl8pPr lvl="7">
              <a:spcBef>
                <a:spcPts val="0"/>
              </a:spcBef>
              <a:buSzPts val="4800"/>
              <a:buNone/>
              <a:defRPr sz="4800"/>
            </a:lvl8pPr>
            <a:lvl9pPr lvl="8">
              <a:spcBef>
                <a:spcPts val="0"/>
              </a:spcBef>
              <a:buSzPts val="4800"/>
              <a:buNone/>
              <a:defRPr sz="4800"/>
            </a:lvl9pPr>
          </a:lstStyle>
          <a:p/>
        </p:txBody>
      </p:sp>
      <p:sp>
        <p:nvSpPr>
          <p:cNvPr id="41" name="Shape 41"/>
          <p:cNvSpPr txBox="1"/>
          <p:nvPr>
            <p:ph idx="12" type="sldNum"/>
          </p:nvPr>
        </p:nvSpPr>
        <p:spPr>
          <a:xfrm>
            <a:off x="8472458" y="4663217"/>
            <a:ext cx="548700" cy="393600"/>
          </a:xfrm>
          <a:prstGeom prst="rect">
            <a:avLst/>
          </a:prstGeom>
        </p:spPr>
        <p:txBody>
          <a:bodyPr anchorCtr="0" anchor="ctr" bIns="91425" lIns="91425" rIns="91425" wrap="square" tIns="91425">
            <a:noAutofit/>
          </a:bodyPr>
          <a:lstStyle/>
          <a:p>
            <a:pPr indent="0" lvl="0" marL="0">
              <a:spcBef>
                <a:spcPts val="0"/>
              </a:spcBef>
              <a:buNone/>
            </a:pPr>
            <a:fld id="{00000000-1234-1234-1234-123412341234}" type="slidenum">
              <a:rPr lang="en"/>
              <a:t>‹#›</a:t>
            </a:fl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ection title and description">
    <p:spTree>
      <p:nvGrpSpPr>
        <p:cNvPr id="42" name="Shape 42"/>
        <p:cNvGrpSpPr/>
        <p:nvPr/>
      </p:nvGrpSpPr>
      <p:grpSpPr>
        <a:xfrm>
          <a:off x="0" y="0"/>
          <a:ext cx="0" cy="0"/>
          <a:chOff x="0" y="0"/>
          <a:chExt cx="0" cy="0"/>
        </a:xfrm>
      </p:grpSpPr>
      <p:sp>
        <p:nvSpPr>
          <p:cNvPr id="43" name="Shape 43"/>
          <p:cNvSpPr/>
          <p:nvPr/>
        </p:nvSpPr>
        <p:spPr>
          <a:xfrm>
            <a:off x="4572000" y="-75"/>
            <a:ext cx="4572000" cy="5143500"/>
          </a:xfrm>
          <a:prstGeom prst="rect">
            <a:avLst/>
          </a:prstGeom>
          <a:solidFill>
            <a:schemeClr val="dk2"/>
          </a:solidFill>
          <a:ln>
            <a:noFill/>
          </a:ln>
        </p:spPr>
        <p:txBody>
          <a:bodyPr anchorCtr="0" anchor="ctr" bIns="91425" lIns="91425" rIns="91425" wrap="square" tIns="91425">
            <a:noAutofit/>
          </a:bodyPr>
          <a:lstStyle/>
          <a:p>
            <a:pPr indent="0" lvl="0" marL="0">
              <a:spcBef>
                <a:spcPts val="0"/>
              </a:spcBef>
              <a:buNone/>
            </a:pPr>
            <a:r>
              <a:t/>
            </a:r>
            <a:endParaRPr/>
          </a:p>
        </p:txBody>
      </p:sp>
      <p:cxnSp>
        <p:nvCxnSpPr>
          <p:cNvPr id="44" name="Shape 44"/>
          <p:cNvCxnSpPr/>
          <p:nvPr/>
        </p:nvCxnSpPr>
        <p:spPr>
          <a:xfrm>
            <a:off x="5029675" y="4495503"/>
            <a:ext cx="540900" cy="0"/>
          </a:xfrm>
          <a:prstGeom prst="straightConnector1">
            <a:avLst/>
          </a:prstGeom>
          <a:noFill/>
          <a:ln cap="flat" cmpd="sng" w="38100">
            <a:solidFill>
              <a:schemeClr val="accent5"/>
            </a:solidFill>
            <a:prstDash val="solid"/>
            <a:round/>
            <a:headEnd len="med" w="med" type="none"/>
            <a:tailEnd len="med" w="med" type="none"/>
          </a:ln>
        </p:spPr>
      </p:cxnSp>
      <p:sp>
        <p:nvSpPr>
          <p:cNvPr id="45" name="Shape 45"/>
          <p:cNvSpPr txBox="1"/>
          <p:nvPr>
            <p:ph type="title"/>
          </p:nvPr>
        </p:nvSpPr>
        <p:spPr>
          <a:xfrm>
            <a:off x="265500" y="1209075"/>
            <a:ext cx="4045200" cy="1506300"/>
          </a:xfrm>
          <a:prstGeom prst="rect">
            <a:avLst/>
          </a:prstGeom>
        </p:spPr>
        <p:txBody>
          <a:bodyPr anchorCtr="0" anchor="b" bIns="91425" lIns="91425" rIns="91425" wrap="square" tIns="91425"/>
          <a:lstStyle>
            <a:lvl1pPr lvl="0" algn="ctr">
              <a:spcBef>
                <a:spcPts val="0"/>
              </a:spcBef>
              <a:buSzPts val="3800"/>
              <a:buNone/>
              <a:defRPr sz="3800"/>
            </a:lvl1pPr>
            <a:lvl2pPr lvl="1" algn="ctr">
              <a:spcBef>
                <a:spcPts val="0"/>
              </a:spcBef>
              <a:buSzPts val="3800"/>
              <a:buNone/>
              <a:defRPr sz="3800"/>
            </a:lvl2pPr>
            <a:lvl3pPr lvl="2" algn="ctr">
              <a:spcBef>
                <a:spcPts val="0"/>
              </a:spcBef>
              <a:buSzPts val="3800"/>
              <a:buNone/>
              <a:defRPr sz="3800"/>
            </a:lvl3pPr>
            <a:lvl4pPr lvl="3" algn="ctr">
              <a:spcBef>
                <a:spcPts val="0"/>
              </a:spcBef>
              <a:buSzPts val="3800"/>
              <a:buNone/>
              <a:defRPr sz="3800"/>
            </a:lvl4pPr>
            <a:lvl5pPr lvl="4" algn="ctr">
              <a:spcBef>
                <a:spcPts val="0"/>
              </a:spcBef>
              <a:buSzPts val="3800"/>
              <a:buNone/>
              <a:defRPr sz="3800"/>
            </a:lvl5pPr>
            <a:lvl6pPr lvl="5" algn="ctr">
              <a:spcBef>
                <a:spcPts val="0"/>
              </a:spcBef>
              <a:buSzPts val="3800"/>
              <a:buNone/>
              <a:defRPr sz="3800"/>
            </a:lvl6pPr>
            <a:lvl7pPr lvl="6" algn="ctr">
              <a:spcBef>
                <a:spcPts val="0"/>
              </a:spcBef>
              <a:buSzPts val="3800"/>
              <a:buNone/>
              <a:defRPr sz="3800"/>
            </a:lvl7pPr>
            <a:lvl8pPr lvl="7" algn="ctr">
              <a:spcBef>
                <a:spcPts val="0"/>
              </a:spcBef>
              <a:buSzPts val="3800"/>
              <a:buNone/>
              <a:defRPr sz="3800"/>
            </a:lvl8pPr>
            <a:lvl9pPr lvl="8" algn="ctr">
              <a:spcBef>
                <a:spcPts val="0"/>
              </a:spcBef>
              <a:buSzPts val="3800"/>
              <a:buNone/>
              <a:defRPr sz="3800"/>
            </a:lvl9pPr>
          </a:lstStyle>
          <a:p/>
        </p:txBody>
      </p:sp>
      <p:sp>
        <p:nvSpPr>
          <p:cNvPr id="46" name="Shape 46"/>
          <p:cNvSpPr txBox="1"/>
          <p:nvPr>
            <p:ph idx="1" type="subTitle"/>
          </p:nvPr>
        </p:nvSpPr>
        <p:spPr>
          <a:xfrm>
            <a:off x="265500" y="2769001"/>
            <a:ext cx="4045200" cy="1345500"/>
          </a:xfrm>
          <a:prstGeom prst="rect">
            <a:avLst/>
          </a:prstGeom>
        </p:spPr>
        <p:txBody>
          <a:bodyPr anchorCtr="0" anchor="t" bIns="91425" lIns="91425" rIns="91425" wrap="square" tIns="91425"/>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Shape 47"/>
          <p:cNvSpPr txBox="1"/>
          <p:nvPr>
            <p:ph idx="2" type="body"/>
          </p:nvPr>
        </p:nvSpPr>
        <p:spPr>
          <a:xfrm>
            <a:off x="4939500" y="724200"/>
            <a:ext cx="3837000" cy="3695100"/>
          </a:xfrm>
          <a:prstGeom prst="rect">
            <a:avLst/>
          </a:prstGeom>
        </p:spPr>
        <p:txBody>
          <a:bodyPr anchorCtr="0" anchor="ctr" bIns="91425" lIns="91425" rIns="91425" wrap="square" tIns="91425"/>
          <a:lstStyle>
            <a:lvl1pPr lvl="0">
              <a:spcBef>
                <a:spcPts val="0"/>
              </a:spcBef>
              <a:buSzPts val="1800"/>
              <a:buChar char="●"/>
              <a:defRPr/>
            </a:lvl1pPr>
            <a:lvl2pPr lvl="1">
              <a:spcBef>
                <a:spcPts val="0"/>
              </a:spcBef>
              <a:buSzPts val="1400"/>
              <a:buChar char="○"/>
              <a:defRPr/>
            </a:lvl2pPr>
            <a:lvl3pPr lvl="2">
              <a:spcBef>
                <a:spcPts val="0"/>
              </a:spcBef>
              <a:buSzPts val="1400"/>
              <a:buChar char="■"/>
              <a:defRPr/>
            </a:lvl3pPr>
            <a:lvl4pPr lvl="3">
              <a:spcBef>
                <a:spcPts val="0"/>
              </a:spcBef>
              <a:buSzPts val="1400"/>
              <a:buChar char="●"/>
              <a:defRPr/>
            </a:lvl4pPr>
            <a:lvl5pPr lvl="4">
              <a:spcBef>
                <a:spcPts val="0"/>
              </a:spcBef>
              <a:buSzPts val="1400"/>
              <a:buChar char="○"/>
              <a:defRPr/>
            </a:lvl5pPr>
            <a:lvl6pPr lvl="5">
              <a:spcBef>
                <a:spcPts val="0"/>
              </a:spcBef>
              <a:buSzPts val="1400"/>
              <a:buChar char="■"/>
              <a:defRPr/>
            </a:lvl6pPr>
            <a:lvl7pPr lvl="6">
              <a:spcBef>
                <a:spcPts val="0"/>
              </a:spcBef>
              <a:buSzPts val="1400"/>
              <a:buChar char="●"/>
              <a:defRPr/>
            </a:lvl7pPr>
            <a:lvl8pPr lvl="7">
              <a:spcBef>
                <a:spcPts val="0"/>
              </a:spcBef>
              <a:buSzPts val="1400"/>
              <a:buChar char="○"/>
              <a:defRPr/>
            </a:lvl8pPr>
            <a:lvl9pPr lvl="8">
              <a:spcBef>
                <a:spcPts val="0"/>
              </a:spcBef>
              <a:buSzPts val="1400"/>
              <a:buChar char="■"/>
              <a:defRPr/>
            </a:lvl9pPr>
          </a:lstStyle>
          <a:p/>
        </p:txBody>
      </p:sp>
      <p:sp>
        <p:nvSpPr>
          <p:cNvPr id="48" name="Shape 48"/>
          <p:cNvSpPr txBox="1"/>
          <p:nvPr>
            <p:ph idx="12" type="sldNum"/>
          </p:nvPr>
        </p:nvSpPr>
        <p:spPr>
          <a:xfrm>
            <a:off x="8472458" y="4663217"/>
            <a:ext cx="548700" cy="393600"/>
          </a:xfrm>
          <a:prstGeom prst="rect">
            <a:avLst/>
          </a:prstGeom>
        </p:spPr>
        <p:txBody>
          <a:bodyPr anchorCtr="0" anchor="ctr" bIns="91425" lIns="91425" rIns="91425" wrap="square" tIns="91425">
            <a:noAutofit/>
          </a:bodyPr>
          <a:lstStyle/>
          <a:p>
            <a:pPr indent="0" lvl="0" marL="0">
              <a:spcBef>
                <a:spcPts val="0"/>
              </a:spcBef>
              <a:buNone/>
            </a:pPr>
            <a:fld id="{00000000-1234-1234-1234-123412341234}" type="slidenum">
              <a:rPr lang="en"/>
              <a:t>‹#›</a:t>
            </a:fl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Caption">
    <p:spTree>
      <p:nvGrpSpPr>
        <p:cNvPr id="49" name="Shape 49"/>
        <p:cNvGrpSpPr/>
        <p:nvPr/>
      </p:nvGrpSpPr>
      <p:grpSpPr>
        <a:xfrm>
          <a:off x="0" y="0"/>
          <a:ext cx="0" cy="0"/>
          <a:chOff x="0" y="0"/>
          <a:chExt cx="0" cy="0"/>
        </a:xfrm>
      </p:grpSpPr>
      <p:sp>
        <p:nvSpPr>
          <p:cNvPr id="50" name="Shape 50"/>
          <p:cNvSpPr txBox="1"/>
          <p:nvPr>
            <p:ph idx="1" type="body"/>
          </p:nvPr>
        </p:nvSpPr>
        <p:spPr>
          <a:xfrm>
            <a:off x="319500" y="4233725"/>
            <a:ext cx="5998800" cy="598800"/>
          </a:xfrm>
          <a:prstGeom prst="rect">
            <a:avLst/>
          </a:prstGeom>
        </p:spPr>
        <p:txBody>
          <a:bodyPr anchorCtr="0" anchor="ctr" bIns="91425" lIns="91425" rIns="91425" wrap="square" tIns="91425"/>
          <a:lstStyle>
            <a:lvl1pPr lvl="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Shape 51"/>
          <p:cNvSpPr txBox="1"/>
          <p:nvPr>
            <p:ph idx="12" type="sldNum"/>
          </p:nvPr>
        </p:nvSpPr>
        <p:spPr>
          <a:xfrm>
            <a:off x="8472458" y="4663217"/>
            <a:ext cx="548700" cy="393600"/>
          </a:xfrm>
          <a:prstGeom prst="rect">
            <a:avLst/>
          </a:prstGeom>
        </p:spPr>
        <p:txBody>
          <a:bodyPr anchorCtr="0" anchor="ctr" bIns="91425" lIns="91425" rIns="91425" wrap="square" tIns="91425">
            <a:noAutofit/>
          </a:bodyPr>
          <a:lstStyle/>
          <a:p>
            <a:pPr indent="0" lvl="0" marL="0">
              <a:spcBef>
                <a:spcPts val="0"/>
              </a:spcBef>
              <a:buNone/>
            </a:pPr>
            <a:fld id="{00000000-1234-1234-1234-123412341234}" type="slidenum">
              <a:rPr lang="en"/>
              <a:t>‹#›</a:t>
            </a:fl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Big number">
    <p:spTree>
      <p:nvGrpSpPr>
        <p:cNvPr id="52" name="Shape 52"/>
        <p:cNvGrpSpPr/>
        <p:nvPr/>
      </p:nvGrpSpPr>
      <p:grpSpPr>
        <a:xfrm>
          <a:off x="0" y="0"/>
          <a:ext cx="0" cy="0"/>
          <a:chOff x="0" y="0"/>
          <a:chExt cx="0" cy="0"/>
        </a:xfrm>
      </p:grpSpPr>
      <p:sp>
        <p:nvSpPr>
          <p:cNvPr id="53" name="Shape 53"/>
          <p:cNvSpPr/>
          <p:nvPr/>
        </p:nvSpPr>
        <p:spPr>
          <a:xfrm>
            <a:off x="150" y="5076825"/>
            <a:ext cx="9143700" cy="66600"/>
          </a:xfrm>
          <a:prstGeom prst="rect">
            <a:avLst/>
          </a:prstGeom>
          <a:solidFill>
            <a:schemeClr val="accent4"/>
          </a:solidFill>
          <a:ln>
            <a:noFill/>
          </a:ln>
        </p:spPr>
        <p:txBody>
          <a:bodyPr anchorCtr="0" anchor="ctr" bIns="91425" lIns="91425" rIns="91425" wrap="square" tIns="91425">
            <a:noAutofit/>
          </a:bodyPr>
          <a:lstStyle/>
          <a:p>
            <a:pPr indent="0" lvl="0" marL="0">
              <a:spcBef>
                <a:spcPts val="0"/>
              </a:spcBef>
              <a:buNone/>
            </a:pPr>
            <a:r>
              <a:t/>
            </a:r>
            <a:endParaRPr/>
          </a:p>
        </p:txBody>
      </p:sp>
      <p:sp>
        <p:nvSpPr>
          <p:cNvPr id="54" name="Shape 54"/>
          <p:cNvSpPr txBox="1"/>
          <p:nvPr>
            <p:ph type="title"/>
          </p:nvPr>
        </p:nvSpPr>
        <p:spPr>
          <a:xfrm>
            <a:off x="387900" y="1152450"/>
            <a:ext cx="8368200" cy="1538400"/>
          </a:xfrm>
          <a:prstGeom prst="rect">
            <a:avLst/>
          </a:prstGeom>
        </p:spPr>
        <p:txBody>
          <a:bodyPr anchorCtr="0" anchor="ctr" bIns="91425" lIns="91425" rIns="91425" wrap="square" tIns="91425"/>
          <a:lstStyle>
            <a:lvl1pPr lvl="0" algn="ctr">
              <a:spcBef>
                <a:spcPts val="0"/>
              </a:spcBef>
              <a:buClr>
                <a:schemeClr val="accent5"/>
              </a:buClr>
              <a:buSzPts val="13000"/>
              <a:buNone/>
              <a:defRPr sz="13000">
                <a:solidFill>
                  <a:schemeClr val="accent5"/>
                </a:solidFill>
              </a:defRPr>
            </a:lvl1pPr>
            <a:lvl2pPr lvl="1" algn="ctr">
              <a:spcBef>
                <a:spcPts val="0"/>
              </a:spcBef>
              <a:buClr>
                <a:schemeClr val="accent5"/>
              </a:buClr>
              <a:buSzPts val="13000"/>
              <a:buNone/>
              <a:defRPr sz="13000">
                <a:solidFill>
                  <a:schemeClr val="accent5"/>
                </a:solidFill>
              </a:defRPr>
            </a:lvl2pPr>
            <a:lvl3pPr lvl="2" algn="ctr">
              <a:spcBef>
                <a:spcPts val="0"/>
              </a:spcBef>
              <a:buClr>
                <a:schemeClr val="accent5"/>
              </a:buClr>
              <a:buSzPts val="13000"/>
              <a:buNone/>
              <a:defRPr sz="13000">
                <a:solidFill>
                  <a:schemeClr val="accent5"/>
                </a:solidFill>
              </a:defRPr>
            </a:lvl3pPr>
            <a:lvl4pPr lvl="3" algn="ctr">
              <a:spcBef>
                <a:spcPts val="0"/>
              </a:spcBef>
              <a:buClr>
                <a:schemeClr val="accent5"/>
              </a:buClr>
              <a:buSzPts val="13000"/>
              <a:buNone/>
              <a:defRPr sz="13000">
                <a:solidFill>
                  <a:schemeClr val="accent5"/>
                </a:solidFill>
              </a:defRPr>
            </a:lvl4pPr>
            <a:lvl5pPr lvl="4" algn="ctr">
              <a:spcBef>
                <a:spcPts val="0"/>
              </a:spcBef>
              <a:buClr>
                <a:schemeClr val="accent5"/>
              </a:buClr>
              <a:buSzPts val="13000"/>
              <a:buNone/>
              <a:defRPr sz="13000">
                <a:solidFill>
                  <a:schemeClr val="accent5"/>
                </a:solidFill>
              </a:defRPr>
            </a:lvl5pPr>
            <a:lvl6pPr lvl="5" algn="ctr">
              <a:spcBef>
                <a:spcPts val="0"/>
              </a:spcBef>
              <a:buClr>
                <a:schemeClr val="accent5"/>
              </a:buClr>
              <a:buSzPts val="13000"/>
              <a:buNone/>
              <a:defRPr sz="13000">
                <a:solidFill>
                  <a:schemeClr val="accent5"/>
                </a:solidFill>
              </a:defRPr>
            </a:lvl6pPr>
            <a:lvl7pPr lvl="6" algn="ctr">
              <a:spcBef>
                <a:spcPts val="0"/>
              </a:spcBef>
              <a:buClr>
                <a:schemeClr val="accent5"/>
              </a:buClr>
              <a:buSzPts val="13000"/>
              <a:buNone/>
              <a:defRPr sz="13000">
                <a:solidFill>
                  <a:schemeClr val="accent5"/>
                </a:solidFill>
              </a:defRPr>
            </a:lvl7pPr>
            <a:lvl8pPr lvl="7" algn="ctr">
              <a:spcBef>
                <a:spcPts val="0"/>
              </a:spcBef>
              <a:buClr>
                <a:schemeClr val="accent5"/>
              </a:buClr>
              <a:buSzPts val="13000"/>
              <a:buNone/>
              <a:defRPr sz="13000">
                <a:solidFill>
                  <a:schemeClr val="accent5"/>
                </a:solidFill>
              </a:defRPr>
            </a:lvl8pPr>
            <a:lvl9pPr lvl="8" algn="ctr">
              <a:spcBef>
                <a:spcPts val="0"/>
              </a:spcBef>
              <a:buClr>
                <a:schemeClr val="accent5"/>
              </a:buClr>
              <a:buSzPts val="13000"/>
              <a:buNone/>
              <a:defRPr sz="13000">
                <a:solidFill>
                  <a:schemeClr val="accent5"/>
                </a:solidFill>
              </a:defRPr>
            </a:lvl9pPr>
          </a:lstStyle>
          <a:p/>
        </p:txBody>
      </p:sp>
      <p:sp>
        <p:nvSpPr>
          <p:cNvPr id="55" name="Shape 55"/>
          <p:cNvSpPr txBox="1"/>
          <p:nvPr>
            <p:ph idx="1" type="body"/>
          </p:nvPr>
        </p:nvSpPr>
        <p:spPr>
          <a:xfrm>
            <a:off x="387900" y="2919450"/>
            <a:ext cx="8368200" cy="1071600"/>
          </a:xfrm>
          <a:prstGeom prst="rect">
            <a:avLst/>
          </a:prstGeom>
        </p:spPr>
        <p:txBody>
          <a:bodyPr anchorCtr="0" anchor="t" bIns="91425" lIns="91425" rIns="91425" wrap="square" tIns="91425"/>
          <a:lstStyle>
            <a:lvl1pPr lvl="0" algn="ctr">
              <a:spcBef>
                <a:spcPts val="0"/>
              </a:spcBef>
              <a:buSzPts val="1800"/>
              <a:buChar char="●"/>
              <a:defRPr/>
            </a:lvl1pPr>
            <a:lvl2pPr lvl="1" algn="ctr">
              <a:spcBef>
                <a:spcPts val="0"/>
              </a:spcBef>
              <a:buSzPts val="1400"/>
              <a:buChar char="○"/>
              <a:defRPr/>
            </a:lvl2pPr>
            <a:lvl3pPr lvl="2" algn="ctr">
              <a:spcBef>
                <a:spcPts val="0"/>
              </a:spcBef>
              <a:buSzPts val="1400"/>
              <a:buChar char="■"/>
              <a:defRPr/>
            </a:lvl3pPr>
            <a:lvl4pPr lvl="3" algn="ctr">
              <a:spcBef>
                <a:spcPts val="0"/>
              </a:spcBef>
              <a:buSzPts val="1400"/>
              <a:buChar char="●"/>
              <a:defRPr/>
            </a:lvl4pPr>
            <a:lvl5pPr lvl="4" algn="ctr">
              <a:spcBef>
                <a:spcPts val="0"/>
              </a:spcBef>
              <a:buSzPts val="1400"/>
              <a:buChar char="○"/>
              <a:defRPr/>
            </a:lvl5pPr>
            <a:lvl6pPr lvl="5" algn="ctr">
              <a:spcBef>
                <a:spcPts val="0"/>
              </a:spcBef>
              <a:buSzPts val="1400"/>
              <a:buChar char="■"/>
              <a:defRPr/>
            </a:lvl6pPr>
            <a:lvl7pPr lvl="6" algn="ctr">
              <a:spcBef>
                <a:spcPts val="0"/>
              </a:spcBef>
              <a:buSzPts val="1400"/>
              <a:buChar char="●"/>
              <a:defRPr/>
            </a:lvl7pPr>
            <a:lvl8pPr lvl="7" algn="ctr">
              <a:spcBef>
                <a:spcPts val="0"/>
              </a:spcBef>
              <a:buSzPts val="1400"/>
              <a:buChar char="○"/>
              <a:defRPr/>
            </a:lvl8pPr>
            <a:lvl9pPr lvl="8" algn="ctr">
              <a:spcBef>
                <a:spcPts val="0"/>
              </a:spcBef>
              <a:buSzPts val="1400"/>
              <a:buChar char="■"/>
              <a:defRPr/>
            </a:lvl9pPr>
          </a:lstStyle>
          <a:p/>
        </p:txBody>
      </p:sp>
      <p:sp>
        <p:nvSpPr>
          <p:cNvPr id="56" name="Shape 56"/>
          <p:cNvSpPr txBox="1"/>
          <p:nvPr>
            <p:ph idx="12" type="sldNum"/>
          </p:nvPr>
        </p:nvSpPr>
        <p:spPr>
          <a:xfrm>
            <a:off x="8472458" y="4663217"/>
            <a:ext cx="548700" cy="393600"/>
          </a:xfrm>
          <a:prstGeom prst="rect">
            <a:avLst/>
          </a:prstGeom>
        </p:spPr>
        <p:txBody>
          <a:bodyPr anchorCtr="0" anchor="ctr" bIns="91425" lIns="91425" rIns="91425" wrap="square" tIns="91425">
            <a:noAutofit/>
          </a:bodyPr>
          <a:lstStyle/>
          <a:p>
            <a:pPr indent="0" lvl="0" marL="0">
              <a:spcBef>
                <a:spcPts val="0"/>
              </a:spcBef>
              <a:buNone/>
            </a:pPr>
            <a:fld id="{00000000-1234-1234-1234-123412341234}" type="slidenum">
              <a:rPr lang="en"/>
              <a:t>‹#›</a:t>
            </a:fl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type="blank">
  <p:cSld name="Blank">
    <p:spTree>
      <p:nvGrpSpPr>
        <p:cNvPr id="57" name="Shape 57"/>
        <p:cNvGrpSpPr/>
        <p:nvPr/>
      </p:nvGrpSpPr>
      <p:grpSpPr>
        <a:xfrm>
          <a:off x="0" y="0"/>
          <a:ext cx="0" cy="0"/>
          <a:chOff x="0" y="0"/>
          <a:chExt cx="0" cy="0"/>
        </a:xfrm>
      </p:grpSpPr>
      <p:sp>
        <p:nvSpPr>
          <p:cNvPr id="58" name="Shape 58"/>
          <p:cNvSpPr txBox="1"/>
          <p:nvPr>
            <p:ph idx="12" type="sldNum"/>
          </p:nvPr>
        </p:nvSpPr>
        <p:spPr>
          <a:xfrm>
            <a:off x="8472458" y="4663217"/>
            <a:ext cx="548700" cy="393600"/>
          </a:xfrm>
          <a:prstGeom prst="rect">
            <a:avLst/>
          </a:prstGeom>
        </p:spPr>
        <p:txBody>
          <a:bodyPr anchorCtr="0" anchor="ctr" bIns="91425" lIns="91425" rIns="91425" wrap="square" tIns="91425">
            <a:noAutofit/>
          </a:bodyPr>
          <a:lstStyle/>
          <a:p>
            <a:pPr indent="0" lvl="0" marL="0">
              <a:spcBef>
                <a:spcPts val="0"/>
              </a:spcBef>
              <a:buNone/>
            </a:pPr>
            <a:fld id="{00000000-1234-1234-1234-123412341234}" type="slidenum">
              <a:rPr lang="en"/>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marina">
    <p:bg>
      <p:bgPr>
        <a:solidFill>
          <a:schemeClr val="lt1"/>
        </a:solidFill>
      </p:bgPr>
    </p:bg>
    <p:spTree>
      <p:nvGrpSpPr>
        <p:cNvPr id="5" name="Shape 5"/>
        <p:cNvGrpSpPr/>
        <p:nvPr/>
      </p:nvGrpSpPr>
      <p:grpSpPr>
        <a:xfrm>
          <a:off x="0" y="0"/>
          <a:ext cx="0" cy="0"/>
          <a:chOff x="0" y="0"/>
          <a:chExt cx="0" cy="0"/>
        </a:xfrm>
      </p:grpSpPr>
      <p:sp>
        <p:nvSpPr>
          <p:cNvPr id="6" name="Shape 6"/>
          <p:cNvSpPr txBox="1"/>
          <p:nvPr>
            <p:ph type="title"/>
          </p:nvPr>
        </p:nvSpPr>
        <p:spPr>
          <a:xfrm>
            <a:off x="387900" y="458025"/>
            <a:ext cx="8368200" cy="686100"/>
          </a:xfrm>
          <a:prstGeom prst="rect">
            <a:avLst/>
          </a:prstGeom>
          <a:noFill/>
          <a:ln>
            <a:noFill/>
          </a:ln>
        </p:spPr>
        <p:txBody>
          <a:bodyPr anchorCtr="0" anchor="b" bIns="91425" lIns="91425" rIns="91425" wrap="square" tIns="91425"/>
          <a:lstStyle>
            <a:lvl1pPr lvl="0">
              <a:spcBef>
                <a:spcPts val="0"/>
              </a:spcBef>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7" name="Shape 7"/>
          <p:cNvSpPr txBox="1"/>
          <p:nvPr>
            <p:ph idx="1" type="body"/>
          </p:nvPr>
        </p:nvSpPr>
        <p:spPr>
          <a:xfrm>
            <a:off x="387900" y="1489824"/>
            <a:ext cx="8368200" cy="3078900"/>
          </a:xfrm>
          <a:prstGeom prst="rect">
            <a:avLst/>
          </a:prstGeom>
          <a:noFill/>
          <a:ln>
            <a:noFill/>
          </a:ln>
        </p:spPr>
        <p:txBody>
          <a:bodyPr anchorCtr="0" anchor="t" bIns="91425" lIns="91425" rIns="91425" wrap="square" tIns="91425"/>
          <a:lstStyle>
            <a:lvl1pPr lvl="0">
              <a:lnSpc>
                <a:spcPct val="115000"/>
              </a:lnSpc>
              <a:spcBef>
                <a:spcPts val="0"/>
              </a:spcBef>
              <a:spcAft>
                <a:spcPts val="1600"/>
              </a:spcAft>
              <a:buClr>
                <a:schemeClr val="dk1"/>
              </a:buClr>
              <a:buSzPts val="1800"/>
              <a:buFont typeface="Roboto"/>
              <a:buChar char="●"/>
              <a:defRPr sz="1800">
                <a:solidFill>
                  <a:schemeClr val="dk1"/>
                </a:solidFill>
                <a:latin typeface="Roboto"/>
                <a:ea typeface="Roboto"/>
                <a:cs typeface="Roboto"/>
                <a:sym typeface="Roboto"/>
              </a:defRPr>
            </a:lvl1pPr>
            <a:lvl2pPr lvl="1">
              <a:lnSpc>
                <a:spcPct val="115000"/>
              </a:lnSpc>
              <a:spcBef>
                <a:spcPts val="0"/>
              </a:spcBef>
              <a:spcAft>
                <a:spcPts val="1600"/>
              </a:spcAft>
              <a:buClr>
                <a:schemeClr val="dk1"/>
              </a:buClr>
              <a:buSzPts val="1400"/>
              <a:buFont typeface="Roboto"/>
              <a:buChar char="○"/>
              <a:defRPr>
                <a:solidFill>
                  <a:schemeClr val="dk1"/>
                </a:solidFill>
                <a:latin typeface="Roboto"/>
                <a:ea typeface="Roboto"/>
                <a:cs typeface="Roboto"/>
                <a:sym typeface="Roboto"/>
              </a:defRPr>
            </a:lvl2pPr>
            <a:lvl3pPr lvl="2">
              <a:lnSpc>
                <a:spcPct val="115000"/>
              </a:lnSpc>
              <a:spcBef>
                <a:spcPts val="0"/>
              </a:spcBef>
              <a:spcAft>
                <a:spcPts val="1600"/>
              </a:spcAft>
              <a:buClr>
                <a:schemeClr val="dk1"/>
              </a:buClr>
              <a:buSzPts val="1400"/>
              <a:buFont typeface="Roboto"/>
              <a:buChar char="■"/>
              <a:defRPr>
                <a:solidFill>
                  <a:schemeClr val="dk1"/>
                </a:solidFill>
                <a:latin typeface="Roboto"/>
                <a:ea typeface="Roboto"/>
                <a:cs typeface="Roboto"/>
                <a:sym typeface="Roboto"/>
              </a:defRPr>
            </a:lvl3pPr>
            <a:lvl4pPr lvl="3">
              <a:lnSpc>
                <a:spcPct val="115000"/>
              </a:lnSpc>
              <a:spcBef>
                <a:spcPts val="0"/>
              </a:spcBef>
              <a:spcAft>
                <a:spcPts val="1600"/>
              </a:spcAft>
              <a:buClr>
                <a:schemeClr val="dk1"/>
              </a:buClr>
              <a:buSzPts val="1400"/>
              <a:buFont typeface="Roboto"/>
              <a:buChar char="●"/>
              <a:defRPr>
                <a:solidFill>
                  <a:schemeClr val="dk1"/>
                </a:solidFill>
                <a:latin typeface="Roboto"/>
                <a:ea typeface="Roboto"/>
                <a:cs typeface="Roboto"/>
                <a:sym typeface="Roboto"/>
              </a:defRPr>
            </a:lvl4pPr>
            <a:lvl5pPr lvl="4">
              <a:lnSpc>
                <a:spcPct val="115000"/>
              </a:lnSpc>
              <a:spcBef>
                <a:spcPts val="0"/>
              </a:spcBef>
              <a:spcAft>
                <a:spcPts val="1600"/>
              </a:spcAft>
              <a:buClr>
                <a:schemeClr val="dk1"/>
              </a:buClr>
              <a:buSzPts val="1400"/>
              <a:buFont typeface="Roboto"/>
              <a:buChar char="○"/>
              <a:defRPr>
                <a:solidFill>
                  <a:schemeClr val="dk1"/>
                </a:solidFill>
                <a:latin typeface="Roboto"/>
                <a:ea typeface="Roboto"/>
                <a:cs typeface="Roboto"/>
                <a:sym typeface="Roboto"/>
              </a:defRPr>
            </a:lvl5pPr>
            <a:lvl6pPr lvl="5">
              <a:lnSpc>
                <a:spcPct val="115000"/>
              </a:lnSpc>
              <a:spcBef>
                <a:spcPts val="0"/>
              </a:spcBef>
              <a:spcAft>
                <a:spcPts val="1600"/>
              </a:spcAft>
              <a:buClr>
                <a:schemeClr val="dk1"/>
              </a:buClr>
              <a:buSzPts val="1400"/>
              <a:buFont typeface="Roboto"/>
              <a:buChar char="■"/>
              <a:defRPr>
                <a:solidFill>
                  <a:schemeClr val="dk1"/>
                </a:solidFill>
                <a:latin typeface="Roboto"/>
                <a:ea typeface="Roboto"/>
                <a:cs typeface="Roboto"/>
                <a:sym typeface="Roboto"/>
              </a:defRPr>
            </a:lvl6pPr>
            <a:lvl7pPr lvl="6">
              <a:lnSpc>
                <a:spcPct val="115000"/>
              </a:lnSpc>
              <a:spcBef>
                <a:spcPts val="0"/>
              </a:spcBef>
              <a:spcAft>
                <a:spcPts val="1600"/>
              </a:spcAft>
              <a:buClr>
                <a:schemeClr val="dk1"/>
              </a:buClr>
              <a:buSzPts val="1400"/>
              <a:buFont typeface="Roboto"/>
              <a:buChar char="●"/>
              <a:defRPr>
                <a:solidFill>
                  <a:schemeClr val="dk1"/>
                </a:solidFill>
                <a:latin typeface="Roboto"/>
                <a:ea typeface="Roboto"/>
                <a:cs typeface="Roboto"/>
                <a:sym typeface="Roboto"/>
              </a:defRPr>
            </a:lvl7pPr>
            <a:lvl8pPr lvl="7">
              <a:lnSpc>
                <a:spcPct val="115000"/>
              </a:lnSpc>
              <a:spcBef>
                <a:spcPts val="0"/>
              </a:spcBef>
              <a:spcAft>
                <a:spcPts val="1600"/>
              </a:spcAft>
              <a:buClr>
                <a:schemeClr val="dk1"/>
              </a:buClr>
              <a:buSzPts val="1400"/>
              <a:buFont typeface="Roboto"/>
              <a:buChar char="○"/>
              <a:defRPr>
                <a:solidFill>
                  <a:schemeClr val="dk1"/>
                </a:solidFill>
                <a:latin typeface="Roboto"/>
                <a:ea typeface="Roboto"/>
                <a:cs typeface="Roboto"/>
                <a:sym typeface="Roboto"/>
              </a:defRPr>
            </a:lvl8pPr>
            <a:lvl9pPr lvl="8">
              <a:lnSpc>
                <a:spcPct val="115000"/>
              </a:lnSpc>
              <a:spcBef>
                <a:spcPts val="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Shape 8"/>
          <p:cNvSpPr txBox="1"/>
          <p:nvPr>
            <p:ph idx="12" type="sldNum"/>
          </p:nvPr>
        </p:nvSpPr>
        <p:spPr>
          <a:xfrm>
            <a:off x="8472458" y="4663217"/>
            <a:ext cx="548700" cy="393600"/>
          </a:xfrm>
          <a:prstGeom prst="rect">
            <a:avLst/>
          </a:prstGeom>
          <a:noFill/>
          <a:ln>
            <a:noFill/>
          </a:ln>
        </p:spPr>
        <p:txBody>
          <a:bodyPr anchorCtr="0" anchor="ctr" bIns="91425" lIns="91425" rIns="91425" wrap="square" tIns="91425">
            <a:noAutofit/>
          </a:bodyPr>
          <a:lstStyle/>
          <a:p>
            <a:pPr indent="0" lvl="0" marL="0" algn="r">
              <a:spcBef>
                <a:spcPts val="0"/>
              </a:spcBef>
              <a:buNone/>
            </a:pPr>
            <a:fld id="{00000000-1234-1234-1234-123412341234}" type="slidenum">
              <a:rPr lang="en" sz="1000">
                <a:solidFill>
                  <a:schemeClr val="dk1"/>
                </a:solidFill>
                <a:latin typeface="Roboto"/>
                <a:ea typeface="Roboto"/>
                <a:cs typeface="Roboto"/>
                <a:sym typeface="Roboto"/>
              </a:rPr>
              <a:t>‹#›</a:t>
            </a:fld>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3.png"/><Relationship Id="rId10" Type="http://schemas.openxmlformats.org/officeDocument/2006/relationships/image" Target="../media/image19.png"/><Relationship Id="rId9" Type="http://schemas.openxmlformats.org/officeDocument/2006/relationships/image" Target="../media/image18.png"/><Relationship Id="rId5" Type="http://schemas.openxmlformats.org/officeDocument/2006/relationships/image" Target="../media/image12.png"/><Relationship Id="rId6" Type="http://schemas.openxmlformats.org/officeDocument/2006/relationships/image" Target="../media/image15.png"/><Relationship Id="rId7" Type="http://schemas.openxmlformats.org/officeDocument/2006/relationships/image" Target="../media/image14.png"/><Relationship Id="rId8"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drive.google.com/file/d/1VfzYEpmODssyN__UQ9m5CRUJX6Op_4kG/view"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0.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2" name="Shape 62"/>
        <p:cNvGrpSpPr/>
        <p:nvPr/>
      </p:nvGrpSpPr>
      <p:grpSpPr>
        <a:xfrm>
          <a:off x="0" y="0"/>
          <a:ext cx="0" cy="0"/>
          <a:chOff x="0" y="0"/>
          <a:chExt cx="0" cy="0"/>
        </a:xfrm>
      </p:grpSpPr>
      <p:sp>
        <p:nvSpPr>
          <p:cNvPr id="63" name="Shape 63"/>
          <p:cNvSpPr txBox="1"/>
          <p:nvPr>
            <p:ph type="ctrTitle"/>
          </p:nvPr>
        </p:nvSpPr>
        <p:spPr>
          <a:xfrm>
            <a:off x="1680302" y="1188925"/>
            <a:ext cx="5783400" cy="1457400"/>
          </a:xfrm>
          <a:prstGeom prst="rect">
            <a:avLst/>
          </a:prstGeom>
        </p:spPr>
        <p:txBody>
          <a:bodyPr anchorCtr="0" anchor="b" bIns="91425" lIns="91425" rIns="91425" wrap="square" tIns="91425">
            <a:noAutofit/>
          </a:bodyPr>
          <a:lstStyle/>
          <a:p>
            <a:pPr indent="0" lvl="0" marL="0">
              <a:spcBef>
                <a:spcPts val="0"/>
              </a:spcBef>
              <a:buNone/>
            </a:pPr>
            <a:r>
              <a:rPr lang="en"/>
              <a:t>Castle Escape</a:t>
            </a:r>
          </a:p>
        </p:txBody>
      </p:sp>
      <p:sp>
        <p:nvSpPr>
          <p:cNvPr id="64" name="Shape 64"/>
          <p:cNvSpPr txBox="1"/>
          <p:nvPr>
            <p:ph idx="1" type="subTitle"/>
          </p:nvPr>
        </p:nvSpPr>
        <p:spPr>
          <a:xfrm>
            <a:off x="1680302" y="3049450"/>
            <a:ext cx="5783400" cy="909000"/>
          </a:xfrm>
          <a:prstGeom prst="rect">
            <a:avLst/>
          </a:prstGeom>
        </p:spPr>
        <p:txBody>
          <a:bodyPr anchorCtr="0" anchor="t" bIns="91425" lIns="91425" rIns="91425" wrap="square" tIns="91425">
            <a:noAutofit/>
          </a:bodyPr>
          <a:lstStyle/>
          <a:p>
            <a:pPr indent="0" lvl="0" marL="0">
              <a:spcBef>
                <a:spcPts val="0"/>
              </a:spcBef>
              <a:buNone/>
            </a:pPr>
            <a:r>
              <a:rPr lang="en"/>
              <a:t>Game Designed By: Sean Francis, Erinn Fecteau, Ashley Robinson, Ryan DiBlasi and Austin Koh</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8" name="Shape 68"/>
        <p:cNvGrpSpPr/>
        <p:nvPr/>
      </p:nvGrpSpPr>
      <p:grpSpPr>
        <a:xfrm>
          <a:off x="0" y="0"/>
          <a:ext cx="0" cy="0"/>
          <a:chOff x="0" y="0"/>
          <a:chExt cx="0" cy="0"/>
        </a:xfrm>
      </p:grpSpPr>
      <p:sp>
        <p:nvSpPr>
          <p:cNvPr id="69" name="Shape 69"/>
          <p:cNvSpPr txBox="1"/>
          <p:nvPr>
            <p:ph type="title"/>
          </p:nvPr>
        </p:nvSpPr>
        <p:spPr>
          <a:xfrm>
            <a:off x="387900" y="458025"/>
            <a:ext cx="8368200" cy="686100"/>
          </a:xfrm>
          <a:prstGeom prst="rect">
            <a:avLst/>
          </a:prstGeom>
        </p:spPr>
        <p:txBody>
          <a:bodyPr anchorCtr="0" anchor="b" bIns="91425" lIns="91425" rIns="91425" wrap="square" tIns="91425">
            <a:noAutofit/>
          </a:bodyPr>
          <a:lstStyle/>
          <a:p>
            <a:pPr indent="0" lvl="0" marL="0">
              <a:spcBef>
                <a:spcPts val="0"/>
              </a:spcBef>
              <a:buNone/>
            </a:pPr>
            <a:r>
              <a:rPr lang="en"/>
              <a:t>Remember This?</a:t>
            </a:r>
          </a:p>
        </p:txBody>
      </p:sp>
      <p:sp>
        <p:nvSpPr>
          <p:cNvPr id="70" name="Shape 70"/>
          <p:cNvSpPr txBox="1"/>
          <p:nvPr>
            <p:ph idx="1" type="body"/>
          </p:nvPr>
        </p:nvSpPr>
        <p:spPr>
          <a:xfrm>
            <a:off x="387900" y="1489824"/>
            <a:ext cx="8368200" cy="3078900"/>
          </a:xfrm>
          <a:prstGeom prst="rect">
            <a:avLst/>
          </a:prstGeom>
        </p:spPr>
        <p:txBody>
          <a:bodyPr anchorCtr="0" anchor="t" bIns="91425" lIns="91425" rIns="91425" wrap="square" tIns="91425">
            <a:noAutofit/>
          </a:bodyPr>
          <a:lstStyle/>
          <a:p>
            <a:pPr indent="0" lvl="0" marL="0">
              <a:spcBef>
                <a:spcPts val="0"/>
              </a:spcBef>
              <a:buNone/>
            </a:pPr>
            <a:r>
              <a:t/>
            </a:r>
            <a:endParaRPr/>
          </a:p>
        </p:txBody>
      </p:sp>
      <p:pic>
        <p:nvPicPr>
          <p:cNvPr id="71" name="Shape 71"/>
          <p:cNvPicPr preferRelativeResize="0"/>
          <p:nvPr/>
        </p:nvPicPr>
        <p:blipFill>
          <a:blip r:embed="rId3">
            <a:alphaModFix/>
          </a:blip>
          <a:stretch>
            <a:fillRect/>
          </a:stretch>
        </p:blipFill>
        <p:spPr>
          <a:xfrm>
            <a:off x="2561515" y="1152475"/>
            <a:ext cx="4020975" cy="34735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5" name="Shape 75"/>
        <p:cNvGrpSpPr/>
        <p:nvPr/>
      </p:nvGrpSpPr>
      <p:grpSpPr>
        <a:xfrm>
          <a:off x="0" y="0"/>
          <a:ext cx="0" cy="0"/>
          <a:chOff x="0" y="0"/>
          <a:chExt cx="0" cy="0"/>
        </a:xfrm>
      </p:grpSpPr>
      <p:sp>
        <p:nvSpPr>
          <p:cNvPr id="76" name="Shape 76"/>
          <p:cNvSpPr txBox="1"/>
          <p:nvPr>
            <p:ph type="title"/>
          </p:nvPr>
        </p:nvSpPr>
        <p:spPr>
          <a:xfrm>
            <a:off x="387900" y="458025"/>
            <a:ext cx="8368200" cy="686100"/>
          </a:xfrm>
          <a:prstGeom prst="rect">
            <a:avLst/>
          </a:prstGeom>
        </p:spPr>
        <p:txBody>
          <a:bodyPr anchorCtr="0" anchor="b" bIns="91425" lIns="91425" rIns="91425" wrap="square" tIns="91425">
            <a:noAutofit/>
          </a:bodyPr>
          <a:lstStyle/>
          <a:p>
            <a:pPr indent="0" lvl="0" marL="0">
              <a:spcBef>
                <a:spcPts val="0"/>
              </a:spcBef>
              <a:buNone/>
            </a:pPr>
            <a:r>
              <a:rPr lang="en"/>
              <a:t>That’s Not Us</a:t>
            </a:r>
          </a:p>
        </p:txBody>
      </p:sp>
      <p:sp>
        <p:nvSpPr>
          <p:cNvPr id="77" name="Shape 77"/>
          <p:cNvSpPr txBox="1"/>
          <p:nvPr>
            <p:ph idx="1" type="body"/>
          </p:nvPr>
        </p:nvSpPr>
        <p:spPr>
          <a:xfrm>
            <a:off x="387900" y="1489824"/>
            <a:ext cx="8368200" cy="3078900"/>
          </a:xfrm>
          <a:prstGeom prst="rect">
            <a:avLst/>
          </a:prstGeom>
        </p:spPr>
        <p:txBody>
          <a:bodyPr anchorCtr="0" anchor="t" bIns="91425" lIns="91425" rIns="91425" wrap="square" tIns="91425">
            <a:noAutofit/>
          </a:bodyPr>
          <a:lstStyle/>
          <a:p>
            <a:pPr indent="0" lvl="0" marL="0">
              <a:spcBef>
                <a:spcPts val="0"/>
              </a:spcBef>
              <a:buNone/>
            </a:pPr>
            <a:r>
              <a:t/>
            </a:r>
            <a:endParaRPr/>
          </a:p>
        </p:txBody>
      </p:sp>
      <p:pic>
        <p:nvPicPr>
          <p:cNvPr id="78" name="Shape 78"/>
          <p:cNvPicPr preferRelativeResize="0"/>
          <p:nvPr/>
        </p:nvPicPr>
        <p:blipFill>
          <a:blip r:embed="rId3">
            <a:alphaModFix/>
          </a:blip>
          <a:stretch>
            <a:fillRect/>
          </a:stretch>
        </p:blipFill>
        <p:spPr>
          <a:xfrm>
            <a:off x="2841600" y="1144125"/>
            <a:ext cx="3460800" cy="34247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2" name="Shape 82"/>
        <p:cNvGrpSpPr/>
        <p:nvPr/>
      </p:nvGrpSpPr>
      <p:grpSpPr>
        <a:xfrm>
          <a:off x="0" y="0"/>
          <a:ext cx="0" cy="0"/>
          <a:chOff x="0" y="0"/>
          <a:chExt cx="0" cy="0"/>
        </a:xfrm>
      </p:grpSpPr>
      <p:sp>
        <p:nvSpPr>
          <p:cNvPr id="83" name="Shape 83"/>
          <p:cNvSpPr txBox="1"/>
          <p:nvPr>
            <p:ph type="title"/>
          </p:nvPr>
        </p:nvSpPr>
        <p:spPr>
          <a:xfrm>
            <a:off x="387900" y="458025"/>
            <a:ext cx="8368200" cy="686100"/>
          </a:xfrm>
          <a:prstGeom prst="rect">
            <a:avLst/>
          </a:prstGeom>
        </p:spPr>
        <p:txBody>
          <a:bodyPr anchorCtr="0" anchor="b" bIns="91425" lIns="91425" rIns="91425" wrap="square" tIns="91425">
            <a:noAutofit/>
          </a:bodyPr>
          <a:lstStyle/>
          <a:p>
            <a:pPr indent="0" lvl="0" marL="0">
              <a:spcBef>
                <a:spcPts val="0"/>
              </a:spcBef>
              <a:buNone/>
            </a:pPr>
            <a:r>
              <a:rPr lang="en"/>
              <a:t>Meet the Princess</a:t>
            </a:r>
          </a:p>
        </p:txBody>
      </p:sp>
      <p:sp>
        <p:nvSpPr>
          <p:cNvPr id="84" name="Shape 84"/>
          <p:cNvSpPr txBox="1"/>
          <p:nvPr>
            <p:ph idx="1" type="body"/>
          </p:nvPr>
        </p:nvSpPr>
        <p:spPr>
          <a:xfrm>
            <a:off x="387900" y="1489824"/>
            <a:ext cx="8368200" cy="3078900"/>
          </a:xfrm>
          <a:prstGeom prst="rect">
            <a:avLst/>
          </a:prstGeom>
        </p:spPr>
        <p:txBody>
          <a:bodyPr anchorCtr="0" anchor="t" bIns="91425" lIns="91425" rIns="91425" wrap="square" tIns="91425">
            <a:noAutofit/>
          </a:bodyPr>
          <a:lstStyle/>
          <a:p>
            <a:pPr indent="0" lvl="0" marL="0">
              <a:spcBef>
                <a:spcPts val="0"/>
              </a:spcBef>
              <a:buNone/>
            </a:pPr>
            <a:r>
              <a:t/>
            </a:r>
            <a:endParaRPr/>
          </a:p>
        </p:txBody>
      </p:sp>
      <p:pic>
        <p:nvPicPr>
          <p:cNvPr id="85" name="Shape 85"/>
          <p:cNvPicPr preferRelativeResize="0"/>
          <p:nvPr/>
        </p:nvPicPr>
        <p:blipFill>
          <a:blip r:embed="rId3">
            <a:alphaModFix/>
          </a:blip>
          <a:stretch>
            <a:fillRect/>
          </a:stretch>
        </p:blipFill>
        <p:spPr>
          <a:xfrm>
            <a:off x="3164844" y="1559325"/>
            <a:ext cx="2814325" cy="3009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9" name="Shape 89"/>
        <p:cNvGrpSpPr/>
        <p:nvPr/>
      </p:nvGrpSpPr>
      <p:grpSpPr>
        <a:xfrm>
          <a:off x="0" y="0"/>
          <a:ext cx="0" cy="0"/>
          <a:chOff x="0" y="0"/>
          <a:chExt cx="0" cy="0"/>
        </a:xfrm>
      </p:grpSpPr>
      <p:sp>
        <p:nvSpPr>
          <p:cNvPr id="90" name="Shape 90"/>
          <p:cNvSpPr txBox="1"/>
          <p:nvPr>
            <p:ph type="title"/>
          </p:nvPr>
        </p:nvSpPr>
        <p:spPr>
          <a:xfrm>
            <a:off x="387900" y="458025"/>
            <a:ext cx="8368200" cy="686100"/>
          </a:xfrm>
          <a:prstGeom prst="rect">
            <a:avLst/>
          </a:prstGeom>
        </p:spPr>
        <p:txBody>
          <a:bodyPr anchorCtr="0" anchor="b" bIns="91425" lIns="91425" rIns="91425" wrap="square" tIns="91425">
            <a:noAutofit/>
          </a:bodyPr>
          <a:lstStyle/>
          <a:p>
            <a:pPr indent="0" lvl="0" marL="0">
              <a:spcBef>
                <a:spcPts val="0"/>
              </a:spcBef>
              <a:buNone/>
            </a:pPr>
            <a:r>
              <a:rPr lang="en"/>
              <a:t>The Opposition</a:t>
            </a:r>
          </a:p>
        </p:txBody>
      </p:sp>
      <p:sp>
        <p:nvSpPr>
          <p:cNvPr id="91" name="Shape 91"/>
          <p:cNvSpPr txBox="1"/>
          <p:nvPr>
            <p:ph idx="1" type="body"/>
          </p:nvPr>
        </p:nvSpPr>
        <p:spPr>
          <a:xfrm>
            <a:off x="387900" y="1489824"/>
            <a:ext cx="8368200" cy="3078900"/>
          </a:xfrm>
          <a:prstGeom prst="rect">
            <a:avLst/>
          </a:prstGeom>
        </p:spPr>
        <p:txBody>
          <a:bodyPr anchorCtr="0" anchor="t" bIns="91425" lIns="91425" rIns="91425" wrap="square" tIns="91425">
            <a:noAutofit/>
          </a:bodyPr>
          <a:lstStyle/>
          <a:p>
            <a:pPr indent="0" lvl="0" marL="0">
              <a:spcBef>
                <a:spcPts val="0"/>
              </a:spcBef>
              <a:buNone/>
            </a:pPr>
            <a:r>
              <a:t/>
            </a:r>
            <a:endParaRPr/>
          </a:p>
        </p:txBody>
      </p:sp>
      <p:pic>
        <p:nvPicPr>
          <p:cNvPr id="92" name="Shape 92"/>
          <p:cNvPicPr preferRelativeResize="0"/>
          <p:nvPr/>
        </p:nvPicPr>
        <p:blipFill>
          <a:blip r:embed="rId3">
            <a:alphaModFix/>
          </a:blip>
          <a:stretch>
            <a:fillRect/>
          </a:stretch>
        </p:blipFill>
        <p:spPr>
          <a:xfrm>
            <a:off x="3622500" y="1471113"/>
            <a:ext cx="1430600" cy="1457602"/>
          </a:xfrm>
          <a:prstGeom prst="rect">
            <a:avLst/>
          </a:prstGeom>
          <a:noFill/>
          <a:ln>
            <a:noFill/>
          </a:ln>
        </p:spPr>
      </p:pic>
      <p:pic>
        <p:nvPicPr>
          <p:cNvPr id="93" name="Shape 93"/>
          <p:cNvPicPr preferRelativeResize="0"/>
          <p:nvPr/>
        </p:nvPicPr>
        <p:blipFill>
          <a:blip r:embed="rId4">
            <a:alphaModFix/>
          </a:blip>
          <a:stretch>
            <a:fillRect/>
          </a:stretch>
        </p:blipFill>
        <p:spPr>
          <a:xfrm>
            <a:off x="1411675" y="2142925"/>
            <a:ext cx="1430600" cy="1772700"/>
          </a:xfrm>
          <a:prstGeom prst="rect">
            <a:avLst/>
          </a:prstGeom>
          <a:noFill/>
          <a:ln>
            <a:noFill/>
          </a:ln>
        </p:spPr>
      </p:pic>
      <p:pic>
        <p:nvPicPr>
          <p:cNvPr id="94" name="Shape 94"/>
          <p:cNvPicPr preferRelativeResize="0"/>
          <p:nvPr/>
        </p:nvPicPr>
        <p:blipFill>
          <a:blip r:embed="rId5">
            <a:alphaModFix/>
          </a:blip>
          <a:stretch>
            <a:fillRect/>
          </a:stretch>
        </p:blipFill>
        <p:spPr>
          <a:xfrm>
            <a:off x="3690725" y="3255700"/>
            <a:ext cx="1362375" cy="1386500"/>
          </a:xfrm>
          <a:prstGeom prst="rect">
            <a:avLst/>
          </a:prstGeom>
          <a:noFill/>
          <a:ln>
            <a:noFill/>
          </a:ln>
        </p:spPr>
      </p:pic>
      <p:pic>
        <p:nvPicPr>
          <p:cNvPr id="95" name="Shape 95"/>
          <p:cNvPicPr preferRelativeResize="0"/>
          <p:nvPr/>
        </p:nvPicPr>
        <p:blipFill>
          <a:blip r:embed="rId6">
            <a:alphaModFix/>
          </a:blip>
          <a:stretch>
            <a:fillRect/>
          </a:stretch>
        </p:blipFill>
        <p:spPr>
          <a:xfrm>
            <a:off x="6106888" y="2019625"/>
            <a:ext cx="1266825" cy="20193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9" name="Shape 99"/>
        <p:cNvGrpSpPr/>
        <p:nvPr/>
      </p:nvGrpSpPr>
      <p:grpSpPr>
        <a:xfrm>
          <a:off x="0" y="0"/>
          <a:ext cx="0" cy="0"/>
          <a:chOff x="0" y="0"/>
          <a:chExt cx="0" cy="0"/>
        </a:xfrm>
      </p:grpSpPr>
      <p:sp>
        <p:nvSpPr>
          <p:cNvPr id="100" name="Shape 100"/>
          <p:cNvSpPr txBox="1"/>
          <p:nvPr>
            <p:ph type="title"/>
          </p:nvPr>
        </p:nvSpPr>
        <p:spPr>
          <a:xfrm>
            <a:off x="387900" y="134175"/>
            <a:ext cx="8368200" cy="686100"/>
          </a:xfrm>
          <a:prstGeom prst="rect">
            <a:avLst/>
          </a:prstGeom>
        </p:spPr>
        <p:txBody>
          <a:bodyPr anchorCtr="0" anchor="b" bIns="91425" lIns="91425" rIns="91425" wrap="square" tIns="91425">
            <a:noAutofit/>
          </a:bodyPr>
          <a:lstStyle/>
          <a:p>
            <a:pPr indent="0" lvl="0" marL="0">
              <a:spcBef>
                <a:spcPts val="0"/>
              </a:spcBef>
              <a:buNone/>
            </a:pPr>
            <a:r>
              <a:rPr lang="en"/>
              <a:t>Six Unique Levels</a:t>
            </a:r>
          </a:p>
        </p:txBody>
      </p:sp>
      <p:sp>
        <p:nvSpPr>
          <p:cNvPr id="101" name="Shape 101"/>
          <p:cNvSpPr txBox="1"/>
          <p:nvPr>
            <p:ph idx="1" type="body"/>
          </p:nvPr>
        </p:nvSpPr>
        <p:spPr>
          <a:xfrm>
            <a:off x="387900" y="1489824"/>
            <a:ext cx="8368200" cy="3078900"/>
          </a:xfrm>
          <a:prstGeom prst="rect">
            <a:avLst/>
          </a:prstGeom>
        </p:spPr>
        <p:txBody>
          <a:bodyPr anchorCtr="0" anchor="t" bIns="91425" lIns="91425" rIns="91425" wrap="square" tIns="91425">
            <a:noAutofit/>
          </a:bodyPr>
          <a:lstStyle/>
          <a:p>
            <a:pPr indent="0" lvl="0" marL="0">
              <a:spcBef>
                <a:spcPts val="0"/>
              </a:spcBef>
              <a:buNone/>
            </a:pPr>
            <a:r>
              <a:t/>
            </a:r>
            <a:endParaRPr/>
          </a:p>
        </p:txBody>
      </p:sp>
      <p:pic>
        <p:nvPicPr>
          <p:cNvPr id="102" name="Shape 102"/>
          <p:cNvPicPr preferRelativeResize="0"/>
          <p:nvPr/>
        </p:nvPicPr>
        <p:blipFill>
          <a:blip r:embed="rId3">
            <a:alphaModFix/>
          </a:blip>
          <a:stretch>
            <a:fillRect/>
          </a:stretch>
        </p:blipFill>
        <p:spPr>
          <a:xfrm>
            <a:off x="0" y="820266"/>
            <a:ext cx="9143999" cy="1016918"/>
          </a:xfrm>
          <a:prstGeom prst="rect">
            <a:avLst/>
          </a:prstGeom>
          <a:noFill/>
          <a:ln>
            <a:noFill/>
          </a:ln>
        </p:spPr>
      </p:pic>
      <p:pic>
        <p:nvPicPr>
          <p:cNvPr id="103" name="Shape 103"/>
          <p:cNvPicPr preferRelativeResize="0"/>
          <p:nvPr/>
        </p:nvPicPr>
        <p:blipFill>
          <a:blip r:embed="rId4">
            <a:alphaModFix/>
          </a:blip>
          <a:stretch>
            <a:fillRect/>
          </a:stretch>
        </p:blipFill>
        <p:spPr>
          <a:xfrm>
            <a:off x="0" y="1837166"/>
            <a:ext cx="9143999" cy="1056968"/>
          </a:xfrm>
          <a:prstGeom prst="rect">
            <a:avLst/>
          </a:prstGeom>
          <a:noFill/>
          <a:ln>
            <a:noFill/>
          </a:ln>
        </p:spPr>
      </p:pic>
      <p:pic>
        <p:nvPicPr>
          <p:cNvPr id="104" name="Shape 104"/>
          <p:cNvPicPr preferRelativeResize="0"/>
          <p:nvPr/>
        </p:nvPicPr>
        <p:blipFill>
          <a:blip r:embed="rId5">
            <a:alphaModFix/>
          </a:blip>
          <a:stretch>
            <a:fillRect/>
          </a:stretch>
        </p:blipFill>
        <p:spPr>
          <a:xfrm>
            <a:off x="0" y="2894131"/>
            <a:ext cx="9143999" cy="1018738"/>
          </a:xfrm>
          <a:prstGeom prst="rect">
            <a:avLst/>
          </a:prstGeom>
          <a:noFill/>
          <a:ln>
            <a:noFill/>
          </a:ln>
        </p:spPr>
      </p:pic>
      <p:pic>
        <p:nvPicPr>
          <p:cNvPr id="105" name="Shape 105"/>
          <p:cNvPicPr preferRelativeResize="0"/>
          <p:nvPr/>
        </p:nvPicPr>
        <p:blipFill>
          <a:blip r:embed="rId6">
            <a:alphaModFix/>
          </a:blip>
          <a:stretch>
            <a:fillRect/>
          </a:stretch>
        </p:blipFill>
        <p:spPr>
          <a:xfrm>
            <a:off x="0" y="3911035"/>
            <a:ext cx="9143999" cy="104058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9" name="Shape 109"/>
        <p:cNvGrpSpPr/>
        <p:nvPr/>
      </p:nvGrpSpPr>
      <p:grpSpPr>
        <a:xfrm>
          <a:off x="0" y="0"/>
          <a:ext cx="0" cy="0"/>
          <a:chOff x="0" y="0"/>
          <a:chExt cx="0" cy="0"/>
        </a:xfrm>
      </p:grpSpPr>
      <p:sp>
        <p:nvSpPr>
          <p:cNvPr id="110" name="Shape 110"/>
          <p:cNvSpPr txBox="1"/>
          <p:nvPr>
            <p:ph type="title"/>
          </p:nvPr>
        </p:nvSpPr>
        <p:spPr>
          <a:xfrm>
            <a:off x="387900" y="458025"/>
            <a:ext cx="8368200" cy="686100"/>
          </a:xfrm>
          <a:prstGeom prst="rect">
            <a:avLst/>
          </a:prstGeom>
        </p:spPr>
        <p:txBody>
          <a:bodyPr anchorCtr="0" anchor="b" bIns="91425" lIns="91425" rIns="91425" wrap="square" tIns="91425">
            <a:noAutofit/>
          </a:bodyPr>
          <a:lstStyle/>
          <a:p>
            <a:pPr indent="0" lvl="0" marL="0">
              <a:spcBef>
                <a:spcPts val="0"/>
              </a:spcBef>
              <a:buNone/>
            </a:pPr>
            <a:r>
              <a:rPr lang="en"/>
              <a:t>Time is Not on Your Side</a:t>
            </a:r>
          </a:p>
        </p:txBody>
      </p:sp>
      <p:sp>
        <p:nvSpPr>
          <p:cNvPr id="111" name="Shape 111"/>
          <p:cNvSpPr txBox="1"/>
          <p:nvPr>
            <p:ph idx="1" type="body"/>
          </p:nvPr>
        </p:nvSpPr>
        <p:spPr>
          <a:xfrm>
            <a:off x="387900" y="1489824"/>
            <a:ext cx="8368200" cy="3078900"/>
          </a:xfrm>
          <a:prstGeom prst="rect">
            <a:avLst/>
          </a:prstGeom>
        </p:spPr>
        <p:txBody>
          <a:bodyPr anchorCtr="0" anchor="t" bIns="91425" lIns="91425" rIns="91425" wrap="square" tIns="91425">
            <a:noAutofit/>
          </a:bodyPr>
          <a:lstStyle/>
          <a:p>
            <a:pPr indent="0" lvl="0" marL="0">
              <a:spcBef>
                <a:spcPts val="0"/>
              </a:spcBef>
              <a:buNone/>
            </a:pPr>
            <a:r>
              <a:t/>
            </a:r>
            <a:endParaRPr/>
          </a:p>
        </p:txBody>
      </p:sp>
      <p:pic>
        <p:nvPicPr>
          <p:cNvPr id="112" name="Shape 112"/>
          <p:cNvPicPr preferRelativeResize="0"/>
          <p:nvPr/>
        </p:nvPicPr>
        <p:blipFill>
          <a:blip r:embed="rId3">
            <a:alphaModFix/>
          </a:blip>
          <a:stretch>
            <a:fillRect/>
          </a:stretch>
        </p:blipFill>
        <p:spPr>
          <a:xfrm>
            <a:off x="2069072" y="1489825"/>
            <a:ext cx="3516192" cy="695049"/>
          </a:xfrm>
          <a:prstGeom prst="rect">
            <a:avLst/>
          </a:prstGeom>
          <a:noFill/>
          <a:ln>
            <a:noFill/>
          </a:ln>
        </p:spPr>
      </p:pic>
      <p:pic>
        <p:nvPicPr>
          <p:cNvPr id="113" name="Shape 113"/>
          <p:cNvPicPr preferRelativeResize="0"/>
          <p:nvPr/>
        </p:nvPicPr>
        <p:blipFill>
          <a:blip r:embed="rId4">
            <a:alphaModFix/>
          </a:blip>
          <a:stretch>
            <a:fillRect/>
          </a:stretch>
        </p:blipFill>
        <p:spPr>
          <a:xfrm>
            <a:off x="2069062" y="2304916"/>
            <a:ext cx="3516191" cy="695049"/>
          </a:xfrm>
          <a:prstGeom prst="rect">
            <a:avLst/>
          </a:prstGeom>
          <a:noFill/>
          <a:ln>
            <a:noFill/>
          </a:ln>
        </p:spPr>
      </p:pic>
      <p:pic>
        <p:nvPicPr>
          <p:cNvPr id="114" name="Shape 114"/>
          <p:cNvPicPr preferRelativeResize="0"/>
          <p:nvPr/>
        </p:nvPicPr>
        <p:blipFill>
          <a:blip r:embed="rId5">
            <a:alphaModFix/>
          </a:blip>
          <a:stretch>
            <a:fillRect/>
          </a:stretch>
        </p:blipFill>
        <p:spPr>
          <a:xfrm>
            <a:off x="5881776" y="2304916"/>
            <a:ext cx="1193167" cy="695049"/>
          </a:xfrm>
          <a:prstGeom prst="rect">
            <a:avLst/>
          </a:prstGeom>
          <a:noFill/>
          <a:ln>
            <a:noFill/>
          </a:ln>
        </p:spPr>
      </p:pic>
      <p:pic>
        <p:nvPicPr>
          <p:cNvPr id="115" name="Shape 115"/>
          <p:cNvPicPr preferRelativeResize="0"/>
          <p:nvPr/>
        </p:nvPicPr>
        <p:blipFill>
          <a:blip r:embed="rId6">
            <a:alphaModFix/>
          </a:blip>
          <a:stretch>
            <a:fillRect/>
          </a:stretch>
        </p:blipFill>
        <p:spPr>
          <a:xfrm>
            <a:off x="2069062" y="3120007"/>
            <a:ext cx="3516191" cy="695049"/>
          </a:xfrm>
          <a:prstGeom prst="rect">
            <a:avLst/>
          </a:prstGeom>
          <a:noFill/>
          <a:ln>
            <a:noFill/>
          </a:ln>
        </p:spPr>
      </p:pic>
      <p:pic>
        <p:nvPicPr>
          <p:cNvPr id="116" name="Shape 116"/>
          <p:cNvPicPr preferRelativeResize="0"/>
          <p:nvPr/>
        </p:nvPicPr>
        <p:blipFill>
          <a:blip r:embed="rId7">
            <a:alphaModFix/>
          </a:blip>
          <a:stretch>
            <a:fillRect/>
          </a:stretch>
        </p:blipFill>
        <p:spPr>
          <a:xfrm>
            <a:off x="5881776" y="3120007"/>
            <a:ext cx="1170628" cy="695049"/>
          </a:xfrm>
          <a:prstGeom prst="rect">
            <a:avLst/>
          </a:prstGeom>
          <a:noFill/>
          <a:ln>
            <a:noFill/>
          </a:ln>
        </p:spPr>
      </p:pic>
      <p:pic>
        <p:nvPicPr>
          <p:cNvPr id="117" name="Shape 117"/>
          <p:cNvPicPr preferRelativeResize="0"/>
          <p:nvPr/>
        </p:nvPicPr>
        <p:blipFill>
          <a:blip r:embed="rId8">
            <a:alphaModFix/>
          </a:blip>
          <a:stretch>
            <a:fillRect/>
          </a:stretch>
        </p:blipFill>
        <p:spPr>
          <a:xfrm>
            <a:off x="5881776" y="3935097"/>
            <a:ext cx="1170621" cy="633628"/>
          </a:xfrm>
          <a:prstGeom prst="rect">
            <a:avLst/>
          </a:prstGeom>
          <a:noFill/>
          <a:ln>
            <a:noFill/>
          </a:ln>
        </p:spPr>
      </p:pic>
      <p:pic>
        <p:nvPicPr>
          <p:cNvPr id="118" name="Shape 118"/>
          <p:cNvPicPr preferRelativeResize="0"/>
          <p:nvPr/>
        </p:nvPicPr>
        <p:blipFill>
          <a:blip r:embed="rId9">
            <a:alphaModFix/>
          </a:blip>
          <a:stretch>
            <a:fillRect/>
          </a:stretch>
        </p:blipFill>
        <p:spPr>
          <a:xfrm>
            <a:off x="2069062" y="3935097"/>
            <a:ext cx="3516192" cy="633623"/>
          </a:xfrm>
          <a:prstGeom prst="rect">
            <a:avLst/>
          </a:prstGeom>
          <a:noFill/>
          <a:ln>
            <a:noFill/>
          </a:ln>
        </p:spPr>
      </p:pic>
      <p:pic>
        <p:nvPicPr>
          <p:cNvPr id="119" name="Shape 119"/>
          <p:cNvPicPr preferRelativeResize="0"/>
          <p:nvPr/>
        </p:nvPicPr>
        <p:blipFill>
          <a:blip r:embed="rId10">
            <a:alphaModFix/>
          </a:blip>
          <a:stretch>
            <a:fillRect/>
          </a:stretch>
        </p:blipFill>
        <p:spPr>
          <a:xfrm>
            <a:off x="5881776" y="1489825"/>
            <a:ext cx="1170621" cy="69283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3" name="Shape 123"/>
        <p:cNvGrpSpPr/>
        <p:nvPr/>
      </p:nvGrpSpPr>
      <p:grpSpPr>
        <a:xfrm>
          <a:off x="0" y="0"/>
          <a:ext cx="0" cy="0"/>
          <a:chOff x="0" y="0"/>
          <a:chExt cx="0" cy="0"/>
        </a:xfrm>
      </p:grpSpPr>
      <p:sp>
        <p:nvSpPr>
          <p:cNvPr id="124" name="Shape 124"/>
          <p:cNvSpPr txBox="1"/>
          <p:nvPr>
            <p:ph type="title"/>
          </p:nvPr>
        </p:nvSpPr>
        <p:spPr>
          <a:xfrm>
            <a:off x="387900" y="458025"/>
            <a:ext cx="8368200" cy="686100"/>
          </a:xfrm>
          <a:prstGeom prst="rect">
            <a:avLst/>
          </a:prstGeom>
        </p:spPr>
        <p:txBody>
          <a:bodyPr anchorCtr="0" anchor="b" bIns="91425" lIns="91425" rIns="91425" wrap="square" tIns="91425">
            <a:noAutofit/>
          </a:bodyPr>
          <a:lstStyle/>
          <a:p>
            <a:pPr indent="0" lvl="0" marL="0">
              <a:spcBef>
                <a:spcPts val="0"/>
              </a:spcBef>
              <a:buNone/>
            </a:pPr>
            <a:r>
              <a:rPr lang="en"/>
              <a:t>Gameplay</a:t>
            </a:r>
          </a:p>
        </p:txBody>
      </p:sp>
      <p:sp>
        <p:nvSpPr>
          <p:cNvPr id="125" name="Shape 125"/>
          <p:cNvSpPr txBox="1"/>
          <p:nvPr>
            <p:ph idx="1" type="body"/>
          </p:nvPr>
        </p:nvSpPr>
        <p:spPr>
          <a:xfrm>
            <a:off x="387900" y="1489824"/>
            <a:ext cx="8368200" cy="3078900"/>
          </a:xfrm>
          <a:prstGeom prst="rect">
            <a:avLst/>
          </a:prstGeom>
        </p:spPr>
        <p:txBody>
          <a:bodyPr anchorCtr="0" anchor="t" bIns="91425" lIns="91425" rIns="91425" wrap="square" tIns="91425">
            <a:noAutofit/>
          </a:bodyPr>
          <a:lstStyle/>
          <a:p>
            <a:pPr indent="0" lvl="0" marL="0">
              <a:spcBef>
                <a:spcPts val="0"/>
              </a:spcBef>
              <a:buNone/>
            </a:pPr>
            <a:r>
              <a:t/>
            </a:r>
            <a:endParaRPr/>
          </a:p>
        </p:txBody>
      </p:sp>
      <p:sp>
        <p:nvSpPr>
          <p:cNvPr id="126" name="Shape 126" title="castleEscape_gameplay.mp4">
            <a:hlinkClick r:id="rId3"/>
          </p:cNvPr>
          <p:cNvSpPr/>
          <p:nvPr/>
        </p:nvSpPr>
        <p:spPr>
          <a:xfrm>
            <a:off x="2286000" y="1314775"/>
            <a:ext cx="4572000" cy="3429000"/>
          </a:xfrm>
          <a:prstGeom prst="rect">
            <a:avLst/>
          </a:prstGeom>
          <a:no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0" name="Shape 130"/>
        <p:cNvGrpSpPr/>
        <p:nvPr/>
      </p:nvGrpSpPr>
      <p:grpSpPr>
        <a:xfrm>
          <a:off x="0" y="0"/>
          <a:ext cx="0" cy="0"/>
          <a:chOff x="0" y="0"/>
          <a:chExt cx="0" cy="0"/>
        </a:xfrm>
      </p:grpSpPr>
      <p:sp>
        <p:nvSpPr>
          <p:cNvPr id="131" name="Shape 131"/>
          <p:cNvSpPr txBox="1"/>
          <p:nvPr>
            <p:ph type="title"/>
          </p:nvPr>
        </p:nvSpPr>
        <p:spPr>
          <a:xfrm>
            <a:off x="387900" y="458025"/>
            <a:ext cx="8368200" cy="686100"/>
          </a:xfrm>
          <a:prstGeom prst="rect">
            <a:avLst/>
          </a:prstGeom>
        </p:spPr>
        <p:txBody>
          <a:bodyPr anchorCtr="0" anchor="b" bIns="91425" lIns="91425" rIns="91425" wrap="square" tIns="91425">
            <a:noAutofit/>
          </a:bodyPr>
          <a:lstStyle/>
          <a:p>
            <a:pPr indent="0" lvl="0" marL="0">
              <a:spcBef>
                <a:spcPts val="0"/>
              </a:spcBef>
              <a:buNone/>
            </a:pPr>
            <a:r>
              <a:rPr lang="en"/>
              <a:t>Any Questions?</a:t>
            </a:r>
          </a:p>
        </p:txBody>
      </p:sp>
      <p:sp>
        <p:nvSpPr>
          <p:cNvPr id="132" name="Shape 132"/>
          <p:cNvSpPr txBox="1"/>
          <p:nvPr>
            <p:ph idx="1" type="body"/>
          </p:nvPr>
        </p:nvSpPr>
        <p:spPr>
          <a:xfrm>
            <a:off x="387900" y="1489824"/>
            <a:ext cx="8368200" cy="3078900"/>
          </a:xfrm>
          <a:prstGeom prst="rect">
            <a:avLst/>
          </a:prstGeom>
        </p:spPr>
        <p:txBody>
          <a:bodyPr anchorCtr="0" anchor="t" bIns="91425" lIns="91425" rIns="91425" wrap="square" tIns="91425">
            <a:noAutofit/>
          </a:bodyPr>
          <a:lstStyle/>
          <a:p>
            <a:pPr indent="0" lvl="0" marL="0">
              <a:spcBef>
                <a:spcPts val="0"/>
              </a:spcBef>
              <a:buNone/>
            </a:pPr>
            <a:r>
              <a:t/>
            </a:r>
            <a:endParaRPr/>
          </a:p>
        </p:txBody>
      </p:sp>
      <p:pic>
        <p:nvPicPr>
          <p:cNvPr id="133" name="Shape 133"/>
          <p:cNvPicPr preferRelativeResize="0"/>
          <p:nvPr/>
        </p:nvPicPr>
        <p:blipFill>
          <a:blip r:embed="rId3">
            <a:alphaModFix/>
          </a:blip>
          <a:stretch>
            <a:fillRect/>
          </a:stretch>
        </p:blipFill>
        <p:spPr>
          <a:xfrm>
            <a:off x="1835913" y="1564595"/>
            <a:ext cx="5472174" cy="29293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